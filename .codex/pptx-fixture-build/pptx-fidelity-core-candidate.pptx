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3ca551e3014404" /><Relationship Type="http://schemas.openxmlformats.org/officeDocument/2006/relationships/extended-properties" Target="/docProps/app.xml" Id="R21eb8faf13784e1f" /><Relationship Type="http://schemas.openxmlformats.org/officeDocument/2006/relationships/officeDocument" Target="/ppt/presentation.xml" Id="Rbe5e9781803e4d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fa9ef202ea4b7c"/>
  </p:sldMasterIdLst>
  <p:notesMasterIdLst>
    <p:notesMasterId xmlns:r="http://schemas.openxmlformats.org/officeDocument/2006/relationships" r:id="Rae78a0728c384a2a"/>
  </p:notesMasterIdLst>
  <p:sldIdLst>
    <p:sldId xmlns:r="http://schemas.openxmlformats.org/officeDocument/2006/relationships" id="256" r:id="Rc0455c4d89854781"/>
    <p:sldId xmlns:r="http://schemas.openxmlformats.org/officeDocument/2006/relationships" id="257" r:id="Rd4c3082f09fc4607"/>
    <p:sldId xmlns:r="http://schemas.openxmlformats.org/officeDocument/2006/relationships" id="258" r:id="Rd6502e98260a469d"/>
    <p:sldId xmlns:r="http://schemas.openxmlformats.org/officeDocument/2006/relationships" id="259" r:id="Ra6c0c09d677349bc"/>
    <p:sldId xmlns:r="http://schemas.openxmlformats.org/officeDocument/2006/relationships" id="260" r:id="R4b376fb8ea894f21"/>
    <p:sldId xmlns:r="http://schemas.openxmlformats.org/officeDocument/2006/relationships" id="261" r:id="R7c970e2094234cb1"/>
    <p:sldId xmlns:r="http://schemas.openxmlformats.org/officeDocument/2006/relationships" id="262" r:id="R5200a4f7ddb544d5"/>
    <p:sldId xmlns:r="http://schemas.openxmlformats.org/officeDocument/2006/relationships" id="263" r:id="Re95a492262ac4745"/>
    <p:sldId xmlns:r="http://schemas.openxmlformats.org/officeDocument/2006/relationships" id="264" r:id="R688ea2490b1a4dda"/>
    <p:sldId xmlns:r="http://schemas.openxmlformats.org/officeDocument/2006/relationships" id="265" r:id="Rc4daf37062d0430e"/>
    <p:sldId xmlns:r="http://schemas.openxmlformats.org/officeDocument/2006/relationships" id="266" r:id="Rc788d74754bc44f7"/>
    <p:sldId xmlns:r="http://schemas.openxmlformats.org/officeDocument/2006/relationships" id="267" r:id="R206e41260a8c4380"/>
    <p:sldId xmlns:r="http://schemas.openxmlformats.org/officeDocument/2006/relationships" id="268" r:id="R8ccc5f8cfbf34ca1"/>
    <p:sldId xmlns:r="http://schemas.openxmlformats.org/officeDocument/2006/relationships" id="269" r:id="R4ec78fb764ce43c7"/>
    <p:sldId xmlns:r="http://schemas.openxmlformats.org/officeDocument/2006/relationships" id="270" r:id="R398bee290abf44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357e83a08a4c43" /><Relationship Type="http://schemas.openxmlformats.org/officeDocument/2006/relationships/slideMaster" Target="/ppt/slideMasters/slideMaster1.xml" Id="R4cfa9ef202ea4b7c" /><Relationship Type="http://schemas.openxmlformats.org/officeDocument/2006/relationships/notesMaster" Target="/ppt/notesMasters/notesMaster1.xml" Id="Rae78a0728c384a2a" /><Relationship Type="http://schemas.openxmlformats.org/officeDocument/2006/relationships/presProps" Target="/ppt/presProps.xml" Id="R9c32a5668dbb488b" /><Relationship Type="http://schemas.openxmlformats.org/officeDocument/2006/relationships/tableStyles" Target="/ppt/tableStyles.xml" Id="R3b0f1c3aa9eb45a4" /><Relationship Type="http://schemas.openxmlformats.org/officeDocument/2006/relationships/slide" Target="/ppt/slides/slide1.xml" Id="Rc0455c4d89854781" /><Relationship Type="http://schemas.openxmlformats.org/officeDocument/2006/relationships/slide" Target="/ppt/slides/slide2.xml" Id="Rd4c3082f09fc4607" /><Relationship Type="http://schemas.openxmlformats.org/officeDocument/2006/relationships/slide" Target="/ppt/slides/slide3.xml" Id="Rd6502e98260a469d" /><Relationship Type="http://schemas.openxmlformats.org/officeDocument/2006/relationships/slide" Target="/ppt/slides/slide4.xml" Id="Ra6c0c09d677349bc" /><Relationship Type="http://schemas.openxmlformats.org/officeDocument/2006/relationships/slide" Target="/ppt/slides/slide5.xml" Id="R4b376fb8ea894f21" /><Relationship Type="http://schemas.openxmlformats.org/officeDocument/2006/relationships/slide" Target="/ppt/slides/slide6.xml" Id="R7c970e2094234cb1" /><Relationship Type="http://schemas.openxmlformats.org/officeDocument/2006/relationships/slide" Target="/ppt/slides/slide7.xml" Id="R5200a4f7ddb544d5" /><Relationship Type="http://schemas.openxmlformats.org/officeDocument/2006/relationships/slide" Target="/ppt/slides/slide8.xml" Id="Re95a492262ac4745" /><Relationship Type="http://schemas.openxmlformats.org/officeDocument/2006/relationships/slide" Target="/ppt/slides/slide9.xml" Id="R688ea2490b1a4dda" /><Relationship Type="http://schemas.openxmlformats.org/officeDocument/2006/relationships/slide" Target="/ppt/slides/slide10.xml" Id="Rc4daf37062d0430e" /><Relationship Type="http://schemas.openxmlformats.org/officeDocument/2006/relationships/slide" Target="/ppt/slides/slide11.xml" Id="Rc788d74754bc44f7" /><Relationship Type="http://schemas.openxmlformats.org/officeDocument/2006/relationships/slide" Target="/ppt/slides/slide12.xml" Id="R206e41260a8c4380" /><Relationship Type="http://schemas.openxmlformats.org/officeDocument/2006/relationships/slide" Target="/ppt/slides/slide13.xml" Id="R8ccc5f8cfbf34ca1" /><Relationship Type="http://schemas.openxmlformats.org/officeDocument/2006/relationships/slide" Target="/ppt/slides/slide14.xml" Id="R4ec78fb764ce43c7" /><Relationship Type="http://schemas.openxmlformats.org/officeDocument/2006/relationships/slide" Target="/ppt/slides/slide15.xml" Id="R398bee290abf44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173548fadd48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PTX Import Fidelity">
      <a:dk1>
        <a:srgbClr val="000000"/>
      </a:dk1>
      <a:lt1>
        <a:srgbClr val="FFFFFF"/>
      </a:lt1>
      <a:dk2>
        <a:srgbClr val="10243E"/>
      </a:dk2>
      <a:lt2>
        <a:srgbClr val="E7ECF2"/>
      </a:lt2>
      <a:accent1>
        <a:srgbClr val="246BCE"/>
      </a:accent1>
      <a:accent2>
        <a:srgbClr val="E76F3C"/>
      </a:accent2>
      <a:accent3>
        <a:srgbClr val="1E9E68"/>
      </a:accent3>
      <a:accent4>
        <a:srgbClr val="7656C9"/>
      </a:accent4>
      <a:accent5>
        <a:srgbClr val="27B9D6"/>
      </a:accent5>
      <a:accent6>
        <a:srgbClr val="E6A11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PTX Import Fidelit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9076fd84914f8a" /><Relationship Type="http://schemas.openxmlformats.org/officeDocument/2006/relationships/notesMaster" Target="/ppt/notesMasters/notesMaster1.xml" Id="R435bdd64354641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a7cd911aff4878" /><Relationship Type="http://schemas.openxmlformats.org/officeDocument/2006/relationships/notesMaster" Target="/ppt/notesMasters/notesMaster1.xml" Id="Rd68046de5e5b44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65c2ed5b074ff6" /><Relationship Type="http://schemas.openxmlformats.org/officeDocument/2006/relationships/notesMaster" Target="/ppt/notesMasters/notesMaster1.xml" Id="R9f8cd3426b594f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a7257f8a664f09" /><Relationship Type="http://schemas.openxmlformats.org/officeDocument/2006/relationships/notesMaster" Target="/ppt/notesMasters/notesMaster1.xml" Id="Rccafb18b4ebd49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68d49799d445fa" /><Relationship Type="http://schemas.openxmlformats.org/officeDocument/2006/relationships/notesMaster" Target="/ppt/notesMasters/notesMaster1.xml" Id="R8332e3a96d8843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94e3bf893449cf" /><Relationship Type="http://schemas.openxmlformats.org/officeDocument/2006/relationships/notesMaster" Target="/ppt/notesMasters/notesMaster1.xml" Id="Ra079a334ff0146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e07760ce754e40" /><Relationship Type="http://schemas.openxmlformats.org/officeDocument/2006/relationships/notesMaster" Target="/ppt/notesMasters/notesMaster1.xml" Id="R4682fe711b444e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a7eca557bd4cd8" /><Relationship Type="http://schemas.openxmlformats.org/officeDocument/2006/relationships/notesMaster" Target="/ppt/notesMasters/notesMaster1.xml" Id="R6e373c7f6ab24a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4840659b994091" /><Relationship Type="http://schemas.openxmlformats.org/officeDocument/2006/relationships/notesMaster" Target="/ppt/notesMasters/notesMaster1.xml" Id="Rb52cb38463e64a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1277250d6e43bb" /><Relationship Type="http://schemas.openxmlformats.org/officeDocument/2006/relationships/notesMaster" Target="/ppt/notesMasters/notesMaster1.xml" Id="R6a4f53b8aa9248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8e26857410497e" /><Relationship Type="http://schemas.openxmlformats.org/officeDocument/2006/relationships/notesMaster" Target="/ppt/notesMasters/notesMaster1.xml" Id="R287d24bf777448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9686b1943d4319" /><Relationship Type="http://schemas.openxmlformats.org/officeDocument/2006/relationships/notesMaster" Target="/ppt/notesMasters/notesMaster1.xml" Id="Rb1dab15a9f5e4f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2cd1b5589148c2" /><Relationship Type="http://schemas.openxmlformats.org/officeDocument/2006/relationships/notesMaster" Target="/ppt/notesMasters/notesMaster1.xml" Id="R2402cf155c3947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4415e3089247cf" /><Relationship Type="http://schemas.openxmlformats.org/officeDocument/2006/relationships/notesMaster" Target="/ppt/notesMasters/notesMaster1.xml" Id="R2bb1489fdd114a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279915c64e4b62" /><Relationship Type="http://schemas.openxmlformats.org/officeDocument/2006/relationships/notesMaster" Target="/ppt/notesMasters/notesMaster1.xml" Id="R38f53143f7e546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CORE-01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Theme and layout placeholder inheritance</a:t>
            </a:r>
          </a:p>
          <a:p xmlns:a="http://schemas.openxmlformats.org/drawingml/2006/main">
            <a:r>
              <a:t>OBJECTS: title placeholder; body placeholder; accent1/2/3 theme fills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CORE-02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Exact geometry, canvas edges, and non-symmetric dimensions</a:t>
            </a:r>
          </a:p>
          <a:p xmlns:a="http://schemas.openxmlformats.org/drawingml/2006/main">
            <a:r>
              <a:t>OBJECTS: exact-a x=96 y=96 w=216 h=134; exact-b x=437 y=154 w=183 h=271; exact-c x=770 y=113 w=327 h=177; bottom-edge x=78 y=570 w=292 h=86; right-edge x=1124 y=380 w=96 h=208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CORE-03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Object order, rotations, opacity, and shape flips</a:t>
            </a:r>
          </a:p>
          <a:p xmlns:a="http://schemas.openxmlformats.org/drawingml/2006/main">
            <a:r>
              <a:t>OBJECTS: stack-back; stack-mid-rot17; stack-front-rot-31; flip-horizontal; flip-vertical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CORE-04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Run-level text formatting and gradient text</a:t>
            </a:r>
          </a:p>
          <a:p xmlns:a="http://schemas.openxmlformats.org/drawingml/2006/main">
            <a:r>
              <a:t>OBJECTS: rich-runs; gradient-text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CORE-05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Horizontal and vertical alignment, asymmetric insets, wrap none, rotated text</a:t>
            </a:r>
          </a:p>
          <a:p xmlns:a="http://schemas.openxmlformats.org/drawingml/2006/main">
            <a:r>
              <a:t>OBJECTS: top-left; middle-center; bottom-right; justify; no-wrap; rotated-text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CORE-06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Do not autofit, shrink text, and resize shape to fit</a:t>
            </a:r>
          </a:p>
          <a:p xmlns:a="http://schemas.openxmlformats.org/drawingml/2006/main">
            <a:r>
              <a:t>OBJECTS: no-autofit=none; shrink-text=shrinkText; resize-shape=resizeShapeToFitText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CORE-07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Bullet characters, list indentation, paragraph spacing and alignment</a:t>
            </a:r>
          </a:p>
          <a:p xmlns:a="http://schemas.openxmlformats.org/drawingml/2006/main">
            <a:r>
              <a:t>OBJECTS: nested-list; paragraph-alignment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CORE-08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Fill parsing, color transforms, gradients, transparency, and patterns</a:t>
            </a:r>
          </a:p>
          <a:p xmlns:a="http://schemas.openxmlformats.org/drawingml/2006/main">
            <a:r>
              <a:t>OBJECTS: solid; transparent-50; theme-tint; linear; radial; pattern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CORE-09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Line dash styles, weights, diagonal geometry, and connected arrowheads</a:t>
            </a:r>
          </a:p>
          <a:p xmlns:a="http://schemas.openxmlformats.org/drawingml/2006/main">
            <a:r>
              <a:t>OBJECTS: line-solid; line-dashed; line-dotted; line-dash-dot; line-dash-dot-dot; curved connector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CORE-10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PowerPoint preset geometry and non-default rounded-rectangle adjustment</a:t>
            </a:r>
          </a:p>
          <a:p xmlns:a="http://schemas.openxmlformats.org/drawingml/2006/main">
            <a:r>
              <a:t>OBJECTS: preset-rect; preset-roundRect; preset-ellipse; preset-triangle; preset-diamond; preset-parallelogram; preset-trapezoid; preset-chevron; preset-rightArrow; preset-leftRightArrow; preset-star5; preset-donut; preset-pie; preset-heart; preset-flowChartTerminator; preset-flowChartDocument; preset-cube; preset-can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CORE-11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Custom DrawingML path conversion, open versus closed path, and rotation</a:t>
            </a:r>
          </a:p>
          <a:p xmlns:a="http://schemas.openxmlformats.org/drawingml/2006/main">
            <a:r>
              <a:t>OBJECTS: custom-zigzag; custom-open-path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CORE-12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SVG preference, crops, masks, rotation, fit, alt text, and picture flips</a:t>
            </a:r>
          </a:p>
          <a:p xmlns:a="http://schemas.openxmlformats.org/drawingml/2006/main">
            <a:r>
              <a:t>OBJECTS: plain; crop-left-right; crop-asymmetric; circle; both flips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CORE-13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Native table with unequal tracks, explicit row heights, merges, margins, fills, and borders</a:t>
            </a:r>
          </a:p>
          <a:p xmlns:a="http://schemas.openxmlformats.org/drawingml/2006/main">
            <a:r>
              <a:t>OBJECTS: 4x4 table; header colspan=3; 2x2 merge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CORE-14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Feature interaction on an alternate layout</a:t>
            </a:r>
          </a:p>
          <a:p xmlns:a="http://schemas.openxmlformats.org/drawingml/2006/main">
            <a:r>
              <a:t>OBJECTS: alternate title/body placeholders; cropped SVG; rich list; elbow connector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CORE-15</a:t>
            </a:r>
          </a:p>
          <a:p xmlns:a="http://schemas.openxmlformats.org/drawingml/2006/main">
            <a:r>
              <a:t>EXPECTED: native</a:t>
            </a:r>
          </a:p>
          <a:p xmlns:a="http://schemas.openxmlformats.org/drawingml/2006/main">
            <a:r>
              <a:t>PURPOSE: Embedded video crop, ellipse mask, opacity, flips, and p14 trim metadata</a:t>
            </a:r>
          </a:p>
          <a:p xmlns:a="http://schemas.openxmlformats.org/drawingml/2006/main">
            <a:r>
              <a:t>OBJECTS: crop video st=1250 end=750; circle video st=500 end=500; opacity video alpha=45000 st=250 end=250; flipped video flipH+flipV st=1000 end=1000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d1c3199cb4b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e3721cafb48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25adce4a244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Calibration Stand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235A53-7A2C-40C5-A19F-42A2C305D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71500" y="990600"/>
            <a:ext cx="11049000" cy="525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>Body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Calibration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D99C01F-FC7C-42B5-975D-18E1AE6E9DC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81050" y="1390650"/>
            <a:ext cx="106299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D0DD"/>
            </a:solidFill>
            <a:prstDash val="solid"/>
          </a:ln>
        </p:spPr>
        <p:txBody>
          <a:bodyPr xmlns:a="http://schemas.openxmlformats.org/drawingml/2006/main" lIns="190500" tIns="152400" rIns="190500" bIns="15240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>Body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056bc1268e4023" /><Relationship Type="http://schemas.openxmlformats.org/officeDocument/2006/relationships/slideLayout" Target="/ppt/slideLayouts/slideLayout1.xml" Id="Rdb859e2c0249444d" /><Relationship Type="http://schemas.openxmlformats.org/officeDocument/2006/relationships/slideLayout" Target="/ppt/slideLayouts/slideLayout2.xml" Id="R996c7410b7654d63" /><Relationship Type="http://schemas.openxmlformats.org/officeDocument/2006/relationships/slideLayout" Target="/ppt/slideLayouts/slideLayout3.xml" Id="R3e867428a46440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859e2c0249444d"/>
    <p:sldLayoutId xmlns:r="http://schemas.openxmlformats.org/officeDocument/2006/relationships" id="2147483650" r:id="R996c7410b7654d63"/>
    <p:sldLayoutId xmlns:r="http://schemas.openxmlformats.org/officeDocument/2006/relationships" id="2147483651" r:id="R3e867428a46440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PTX Import Fidelity">
      <a:dk1>
        <a:srgbClr val="000000"/>
      </a:dk1>
      <a:lt1>
        <a:srgbClr val="FFFFFF"/>
      </a:lt1>
      <a:dk2>
        <a:srgbClr val="10243E"/>
      </a:dk2>
      <a:lt2>
        <a:srgbClr val="E7ECF2"/>
      </a:lt2>
      <a:accent1>
        <a:srgbClr val="246BCE"/>
      </a:accent1>
      <a:accent2>
        <a:srgbClr val="E76F3C"/>
      </a:accent2>
      <a:accent3>
        <a:srgbClr val="1E9E68"/>
      </a:accent3>
      <a:accent4>
        <a:srgbClr val="7656C9"/>
      </a:accent4>
      <a:accent5>
        <a:srgbClr val="27B9D6"/>
      </a:accent5>
      <a:accent6>
        <a:srgbClr val="E6A11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PTX Import Fidelit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dcee462a5a43a5" /><Relationship Type="http://schemas.openxmlformats.org/officeDocument/2006/relationships/notesSlide" Target="/ppt/notesSlides/notesSlide1.xml" Id="Rdf62bc71189647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9828924d6c4e31" /><Relationship Type="http://schemas.openxmlformats.org/officeDocument/2006/relationships/notesSlide" Target="/ppt/notesSlides/notesSlide2.xml" Id="R09786fcb63c745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dde6b57f69494c" /><Relationship Type="http://schemas.openxmlformats.org/officeDocument/2006/relationships/notesSlide" Target="/ppt/notesSlides/notesSlide3.xml" Id="R83f298a935d840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5e4375f7b741bf" /><Relationship Type="http://schemas.openxmlformats.org/officeDocument/2006/relationships/notesSlide" Target="/ppt/notesSlides/notesSlide4.xml" Id="R8221822e4d204c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96ddcbf9ad44ae" /><Relationship Type="http://schemas.openxmlformats.org/officeDocument/2006/relationships/notesSlide" Target="/ppt/notesSlides/notesSlide5.xml" Id="Raea5c4e224d244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e6aac44f9c42b6" /><Relationship Type="http://schemas.openxmlformats.org/officeDocument/2006/relationships/notesSlide" Target="/ppt/notesSlides/notesSlide6.xml" Id="R0d097203d8a94d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372f5580614c69" /><Relationship Type="http://schemas.openxmlformats.org/officeDocument/2006/relationships/notesSlide" Target="/ppt/notesSlides/notesSlide7.xml" Id="Ra3a613e233ac4c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26aee127894d76" /><Relationship Type="http://schemas.openxmlformats.org/officeDocument/2006/relationships/notesSlide" Target="/ppt/notesSlides/notesSlide8.xml" Id="R93baa8913e8447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ab70cb5c8648ae" /><Relationship Type="http://schemas.openxmlformats.org/officeDocument/2006/relationships/notesSlide" Target="/ppt/notesSlides/notesSlide9.xml" Id="Rd8b20aaf8de141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fe8269aa654fe4" /><Relationship Type="http://schemas.openxmlformats.org/officeDocument/2006/relationships/notesSlide" Target="/ppt/notesSlides/notesSlide10.xml" Id="Rae133fb176584d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7d6dc472504a12" /><Relationship Type="http://schemas.openxmlformats.org/officeDocument/2006/relationships/notesSlide" Target="/ppt/notesSlides/notesSlide11.xml" Id="R32e2b3cee15844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5f5e2c0c1c4afd" /><Relationship Type="http://schemas.openxmlformats.org/officeDocument/2006/relationships/image" Target="/ppt/media/image.png" Id="R4aa5b31e2e5a48fc" /><Relationship Type="http://schemas.openxmlformats.org/officeDocument/2006/relationships/image" Target="/ppt/media/image.svg" Id="Rc5478f298a814fd4" /><Relationship Type="http://schemas.openxmlformats.org/officeDocument/2006/relationships/image" Target="/ppt/media/image2.png" Id="R64b2b362faaf41fb" /><Relationship Type="http://schemas.openxmlformats.org/officeDocument/2006/relationships/image" Target="/ppt/media/image2.svg" Id="R63649b778a1c4bc2" /><Relationship Type="http://schemas.openxmlformats.org/officeDocument/2006/relationships/image" Target="/ppt/media/image3.png" Id="R8f5a467889374434" /><Relationship Type="http://schemas.openxmlformats.org/officeDocument/2006/relationships/image" Target="/ppt/media/image3.svg" Id="R1885966bd7344cff" /><Relationship Type="http://schemas.openxmlformats.org/officeDocument/2006/relationships/image" Target="/ppt/media/image4.png" Id="R0d077c03184a41b8" /><Relationship Type="http://schemas.openxmlformats.org/officeDocument/2006/relationships/image" Target="/ppt/media/image4.svg" Id="R2ba7be92855b4401" /><Relationship Type="http://schemas.openxmlformats.org/officeDocument/2006/relationships/image" Target="/ppt/media/image5.png" Id="R12415e0fdf7d4f62" /><Relationship Type="http://schemas.openxmlformats.org/officeDocument/2006/relationships/image" Target="/ppt/media/image5.svg" Id="R918bbcef1c1847b7" /><Relationship Type="http://schemas.openxmlformats.org/officeDocument/2006/relationships/notesSlide" Target="/ppt/notesSlides/notesSlide12.xml" Id="Rd29fb85848e747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506db845704c8c" /><Relationship Type="http://schemas.openxmlformats.org/officeDocument/2006/relationships/notesSlide" Target="/ppt/notesSlides/notesSlide13.xml" Id="Rce45bedf2c8145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9b59d204904c7b" /><Relationship Type="http://schemas.openxmlformats.org/officeDocument/2006/relationships/image" Target="/ppt/media/image6.png" Id="R6f750943d70946c3" /><Relationship Type="http://schemas.openxmlformats.org/officeDocument/2006/relationships/image" Target="/ppt/media/image6.svg" Id="Rc1370d9d28f84dbe" /><Relationship Type="http://schemas.openxmlformats.org/officeDocument/2006/relationships/notesSlide" Target="/ppt/notesSlides/notesSlide14.xml" Id="R991df4a4ed3c41bf" /></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2.xml" Id="Rc4c90a7b2a6b41a1" /><ns0:Relationship Type="http://schemas.openxmlformats.org/officeDocument/2006/relationships/image" Target="/ppt/media/image7.png" Id="R12991e9f0f194741" /><ns0:Relationship Type="http://schemas.openxmlformats.org/officeDocument/2006/relationships/image" Target="/ppt/media/image7.svg" Id="Rb02bebe046704775" /><ns0:Relationship Type="http://schemas.openxmlformats.org/officeDocument/2006/relationships/image" Target="/ppt/media/image8.png" Id="R881d530f7d2d4ce2" /><ns0:Relationship Type="http://schemas.openxmlformats.org/officeDocument/2006/relationships/image" Target="/ppt/media/image8.svg" Id="R893ef575b6af4aac" /><ns0:Relationship Type="http://schemas.openxmlformats.org/officeDocument/2006/relationships/image" Target="/ppt/media/image9.png" Id="R93e80f3477f04d5c" /><ns0:Relationship Type="http://schemas.openxmlformats.org/officeDocument/2006/relationships/image" Target="/ppt/media/image9.svg" Id="R03894236e98f46a7" /><ns0:Relationship Type="http://schemas.openxmlformats.org/officeDocument/2006/relationships/image" Target="/ppt/media/image10.png" Id="Reebc09e0716f4d01" /><ns0:Relationship Type="http://schemas.openxmlformats.org/officeDocument/2006/relationships/image" Target="/ppt/media/image10.svg" Id="R2e5f6af6c7d8431c" /><ns0:Relationship Type="http://schemas.openxmlformats.org/officeDocument/2006/relationships/notesSlide" Target="/ppt/notesSlides/notesSlide15.xml" Id="Rae9999d43b544a7b" /><ns0:Relationship Id="rId1" Type="http://schemas.openxmlformats.org/officeDocument/2006/relationships/video" Target="../media/video-calibration.mp4" /><ns0:Relationship Id="rId2" Type="http://schemas.microsoft.com/office/2007/relationships/media" Target="../media/video-calibration.mp4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430EAB6-B7C8-4DA1-BFCA-A034AE1F9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Layout and placeholder inheritance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235A53-7A2C-40C5-A19F-42A2C305D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body text inherits its geometry and base style from the layout.</a:t>
            </a:r>
          </a:p>
        </p:txBody>
      </p:sp>
      <p:sp>
        <p:nvSpPr>
          <p:cNvPr id="3" name="CORE-01-label">
            <a:extLst xmlns:a="http://schemas.openxmlformats.org/drawingml/2006/main">
              <a:ext uri="{FF2B5EF4-FFF2-40B4-BE49-F238E27FC236}">
                <a16:creationId xmlns:a16="http://schemas.microsoft.com/office/drawing/2014/main" id="{C9D1A9BA-4968-4D53-A896-939C569A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CORE-01</a:t>
            </a:r>
          </a:p>
        </p:txBody>
      </p:sp>
      <p:sp>
        <p:nvSpPr>
          <p:cNvPr id="4" name="theme-accent1">
            <a:extLst xmlns:a="http://schemas.openxmlformats.org/drawingml/2006/main">
              <a:ext uri="{FF2B5EF4-FFF2-40B4-BE49-F238E27FC236}">
                <a16:creationId xmlns:a16="http://schemas.microsoft.com/office/drawing/2014/main" id="{AD156776-1229-4F1A-9A08-AB0767DD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</p:sp>
      <p:sp>
        <p:nvSpPr>
          <p:cNvPr id="5" name="theme-accent2">
            <a:extLst xmlns:a="http://schemas.openxmlformats.org/drawingml/2006/main">
              <a:ext uri="{FF2B5EF4-FFF2-40B4-BE49-F238E27FC236}">
                <a16:creationId xmlns:a16="http://schemas.microsoft.com/office/drawing/2014/main" id="{CD1E3B8B-4DEA-4746-B230-3C60BC9F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</a:ln>
        </p:spPr>
      </p:sp>
      <p:sp>
        <p:nvSpPr>
          <p:cNvPr id="6" name="theme-accent3">
            <a:extLst xmlns:a="http://schemas.openxmlformats.org/drawingml/2006/main">
              <a:ext uri="{FF2B5EF4-FFF2-40B4-BE49-F238E27FC236}">
                <a16:creationId xmlns:a16="http://schemas.microsoft.com/office/drawing/2014/main" id="{5F0B1E8F-5422-4683-98F0-7858C0DE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708162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430EAB6-B7C8-4DA1-BFCA-A034AE1F9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Canvas geometry and edge behavior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235A53-7A2C-40C5-A19F-42A2C305D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CORE-02-label">
            <a:extLst xmlns:a="http://schemas.openxmlformats.org/drawingml/2006/main">
              <a:ext uri="{FF2B5EF4-FFF2-40B4-BE49-F238E27FC236}">
                <a16:creationId xmlns:a16="http://schemas.microsoft.com/office/drawing/2014/main" id="{E8DA81D4-4F2A-4E34-A63C-45C86BE3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CORE-02</a:t>
            </a:r>
          </a:p>
        </p:txBody>
      </p:sp>
      <p:sp>
        <p:nvSpPr>
          <p:cNvPr id="4" name="exact-a">
            <a:extLst xmlns:a="http://schemas.openxmlformats.org/drawingml/2006/main">
              <a:ext uri="{FF2B5EF4-FFF2-40B4-BE49-F238E27FC236}">
                <a16:creationId xmlns:a16="http://schemas.microsoft.com/office/drawing/2014/main" id="{695E5089-A526-4BAA-9F1A-DA9CB381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57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5" name="caption-exact-a 96,96 216x134">
            <a:extLst xmlns:a="http://schemas.openxmlformats.org/drawingml/2006/main">
              <a:ext uri="{FF2B5EF4-FFF2-40B4-BE49-F238E27FC236}">
                <a16:creationId xmlns:a16="http://schemas.microsoft.com/office/drawing/2014/main" id="{3599DBC5-3BC1-4D7D-B127-B273325A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exact-a 96,96 216x134</a:t>
            </a:r>
          </a:p>
        </p:txBody>
      </p:sp>
      <p:sp>
        <p:nvSpPr>
          <p:cNvPr id="6" name="exact-b">
            <a:extLst xmlns:a="http://schemas.openxmlformats.org/drawingml/2006/main">
              <a:ext uri="{FF2B5EF4-FFF2-40B4-BE49-F238E27FC236}">
                <a16:creationId xmlns:a16="http://schemas.microsoft.com/office/drawing/2014/main" id="{C62529A8-72F5-411E-85BC-003C03D8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466850"/>
            <a:ext cx="1743075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7" name="caption-exact-b 437,154 183x271">
            <a:extLst xmlns:a="http://schemas.openxmlformats.org/drawingml/2006/main">
              <a:ext uri="{FF2B5EF4-FFF2-40B4-BE49-F238E27FC236}">
                <a16:creationId xmlns:a16="http://schemas.microsoft.com/office/drawing/2014/main" id="{D0ED0296-5392-466C-B685-7377F4FF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0862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exact-b 437,154 183x271</a:t>
            </a:r>
          </a:p>
        </p:txBody>
      </p:sp>
      <p:sp>
        <p:nvSpPr>
          <p:cNvPr id="8" name="exact-c">
            <a:extLst xmlns:a="http://schemas.openxmlformats.org/drawingml/2006/main">
              <a:ext uri="{FF2B5EF4-FFF2-40B4-BE49-F238E27FC236}">
                <a16:creationId xmlns:a16="http://schemas.microsoft.com/office/drawing/2014/main" id="{27770AEB-98C6-4309-87FB-8DB159D4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76325"/>
            <a:ext cx="311467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68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9" name="caption-exact-c 770,113 327x177">
            <a:extLst xmlns:a="http://schemas.openxmlformats.org/drawingml/2006/main">
              <a:ext uri="{FF2B5EF4-FFF2-40B4-BE49-F238E27FC236}">
                <a16:creationId xmlns:a16="http://schemas.microsoft.com/office/drawing/2014/main" id="{C18FBEC1-22D2-4498-B6A3-0A698782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exact-c 770,113 327x177</a:t>
            </a:r>
          </a:p>
        </p:txBody>
      </p:sp>
      <p:sp>
        <p:nvSpPr>
          <p:cNvPr id="10" name="bottom-edge">
            <a:extLst xmlns:a="http://schemas.openxmlformats.org/drawingml/2006/main">
              <a:ext uri="{FF2B5EF4-FFF2-40B4-BE49-F238E27FC236}">
                <a16:creationId xmlns:a16="http://schemas.microsoft.com/office/drawing/2014/main" id="{978CE594-6092-478C-97AD-8C833C62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11" name="caption-bottom-edge 78,570 292x86">
            <a:extLst xmlns:a="http://schemas.openxmlformats.org/drawingml/2006/main">
              <a:ext uri="{FF2B5EF4-FFF2-40B4-BE49-F238E27FC236}">
                <a16:creationId xmlns:a16="http://schemas.microsoft.com/office/drawing/2014/main" id="{52B64C6E-ABFE-476C-8CB2-C9FD39D4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bottom-edge 78,570 292x86</a:t>
            </a:r>
          </a:p>
        </p:txBody>
      </p:sp>
      <p:sp>
        <p:nvSpPr>
          <p:cNvPr id="12" name="right-edge">
            <a:extLst xmlns:a="http://schemas.openxmlformats.org/drawingml/2006/main">
              <a:ext uri="{FF2B5EF4-FFF2-40B4-BE49-F238E27FC236}">
                <a16:creationId xmlns:a16="http://schemas.microsoft.com/office/drawing/2014/main" id="{49C44367-F6B3-48E7-A361-48D74436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19500"/>
            <a:ext cx="9144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117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13" name="caption-right-edge 1124,380 96x208">
            <a:extLst xmlns:a="http://schemas.openxmlformats.org/drawingml/2006/main">
              <a:ext uri="{FF2B5EF4-FFF2-40B4-BE49-F238E27FC236}">
                <a16:creationId xmlns:a16="http://schemas.microsoft.com/office/drawing/2014/main" id="{362E20A6-2FDC-4323-872F-45966456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638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right-edge 1124,380 96x208</a:t>
            </a:r>
          </a:p>
        </p:txBody>
      </p:sp>
    </p:spTree>
    <p:extLst>
      <p:ext uri="{BB962C8B-B14F-4D97-AF65-F5344CB8AC3E}">
        <p14:creationId xmlns:p14="http://schemas.microsoft.com/office/powerpoint/2010/main" val="5622141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430EAB6-B7C8-4DA1-BFCA-A034AE1F9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Rotation, flips, transparency, and stacking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235A53-7A2C-40C5-A19F-42A2C305D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CORE-03-label">
            <a:extLst xmlns:a="http://schemas.openxmlformats.org/drawingml/2006/main">
              <a:ext uri="{FF2B5EF4-FFF2-40B4-BE49-F238E27FC236}">
                <a16:creationId xmlns:a16="http://schemas.microsoft.com/office/drawing/2014/main" id="{B99C655B-9C0F-4D99-8184-AC855ED1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CORE-03</a:t>
            </a:r>
          </a:p>
        </p:txBody>
      </p:sp>
      <p:sp>
        <p:nvSpPr>
          <p:cNvPr id="4" name="stack-back">
            <a:extLst xmlns:a="http://schemas.openxmlformats.org/drawingml/2006/main">
              <a:ext uri="{FF2B5EF4-FFF2-40B4-BE49-F238E27FC236}">
                <a16:creationId xmlns:a16="http://schemas.microsoft.com/office/drawing/2014/main" id="{D7EC44AD-DC37-483C-8694-B55F6CAD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3714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>
              <a:alpha val="70000"/>
            </a:srgbClr>
          </a:solidFill>
          <a:ln xmlns:a="http://schemas.openxmlformats.org/drawingml/2006/main" w="28575">
            <a:solidFill>
              <a:srgbClr val="10243E"/>
            </a:solidFill>
            <a:prstDash val="solid"/>
          </a:ln>
        </p:spPr>
      </p:sp>
      <p:sp>
        <p:nvSpPr>
          <p:cNvPr id="5" name="stack-mid-rot17">
            <a:extLst xmlns:a="http://schemas.openxmlformats.org/drawingml/2006/main">
              <a:ext uri="{FF2B5EF4-FFF2-40B4-BE49-F238E27FC236}">
                <a16:creationId xmlns:a16="http://schemas.microsoft.com/office/drawing/2014/main" id="{A1C7527C-E4BA-421B-93E5-63CA7787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20000">
            <a:off x="2952750" y="2381250"/>
            <a:ext cx="31432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3C">
              <a:alpha val="68000"/>
            </a:srgbClr>
          </a:solidFill>
          <a:ln xmlns:a="http://schemas.openxmlformats.org/drawingml/2006/main" w="38100">
            <a:solidFill>
              <a:srgbClr val="D64545"/>
            </a:solidFill>
            <a:prstDash val="solid"/>
          </a:ln>
        </p:spPr>
      </p:sp>
      <p:sp>
        <p:nvSpPr>
          <p:cNvPr id="6" name="stack-front-rot-31">
            <a:extLst xmlns:a="http://schemas.openxmlformats.org/drawingml/2006/main">
              <a:ext uri="{FF2B5EF4-FFF2-40B4-BE49-F238E27FC236}">
                <a16:creationId xmlns:a16="http://schemas.microsoft.com/office/drawing/2014/main" id="{0C78772B-23C6-4425-A672-68CBC13A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60000" flipH="1">
            <a:off x="4762500" y="1524000"/>
            <a:ext cx="2381250" cy="2952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9E68">
              <a:alpha val="72000"/>
            </a:srgbClr>
          </a:solidFill>
          <a:ln xmlns:a="http://schemas.openxmlformats.org/drawingml/2006/main" w="28575">
            <a:solidFill>
              <a:srgbClr val="0B6240"/>
            </a:solidFill>
            <a:prstDash val="solid"/>
          </a:ln>
        </p:spPr>
      </p:sp>
      <p:sp>
        <p:nvSpPr>
          <p:cNvPr id="7" name="flip-horizontal">
            <a:extLst xmlns:a="http://schemas.openxmlformats.org/drawingml/2006/main">
              <a:ext uri="{FF2B5EF4-FFF2-40B4-BE49-F238E27FC236}">
                <a16:creationId xmlns:a16="http://schemas.microsoft.com/office/drawing/2014/main" id="{85D26590-070A-406A-AC84-A84DA203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905750" y="1619250"/>
            <a:ext cx="2667000" cy="1047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0">
            <a:noFill/>
          </a:ln>
        </p:spPr>
      </p:sp>
      <p:sp>
        <p:nvSpPr>
          <p:cNvPr id="8" name="flip-vertical">
            <a:extLst xmlns:a="http://schemas.openxmlformats.org/drawingml/2006/main">
              <a:ext uri="{FF2B5EF4-FFF2-40B4-BE49-F238E27FC236}">
                <a16:creationId xmlns:a16="http://schemas.microsoft.com/office/drawing/2014/main" id="{45447443-5085-47EB-94B8-8BACE902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39125" y="3619500"/>
            <a:ext cx="1809750" cy="1714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A117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161635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430EAB6-B7C8-4DA1-BFCA-A034AE1F9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Run-level text formatting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235A53-7A2C-40C5-A19F-42A2C305D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CORE-04-label">
            <a:extLst xmlns:a="http://schemas.openxmlformats.org/drawingml/2006/main">
              <a:ext uri="{FF2B5EF4-FFF2-40B4-BE49-F238E27FC236}">
                <a16:creationId xmlns:a16="http://schemas.microsoft.com/office/drawing/2014/main" id="{CC4F1C91-5062-43D8-8E29-9F479B21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CORE-04</a:t>
            </a:r>
          </a:p>
        </p:txBody>
      </p:sp>
      <p:sp>
        <p:nvSpPr>
          <p:cNvPr id="4" name="rich-runs">
            <a:extLst xmlns:a="http://schemas.openxmlformats.org/drawingml/2006/main">
              <a:ext uri="{FF2B5EF4-FFF2-40B4-BE49-F238E27FC236}">
                <a16:creationId xmlns:a16="http://schemas.microsoft.com/office/drawing/2014/main" id="{C476FA87-C564-4259-9E74-4A3A7E5A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105156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C7D0D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2600">
                <a:solidFill>
                  <a:srgbClr val="142033"/>
                </a:solidFill>
                <a:latin typeface="Arial"/>
                <a:ea typeface="Arial"/>
                <a:cs typeface="Arial"/>
              </a:rPr>
              <a:t>Regular </a:t>
            </a:r>
            <a:r>
              <a:rPr sz="260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Bold </a:t>
            </a:r>
            <a:r>
              <a:rPr sz="2600" i="1">
                <a:solidFill>
                  <a:srgbClr val="246BCE"/>
                </a:solidFill>
                <a:latin typeface="Arial"/>
                <a:ea typeface="Arial"/>
                <a:cs typeface="Arial"/>
              </a:rPr>
              <a:t>Italic </a:t>
            </a:r>
            <a:r>
              <a:rPr sz="2600" u="sng">
                <a:solidFill>
                  <a:srgbClr val="1E9E68"/>
                </a:solidFill>
                <a:latin typeface="Arial"/>
                <a:ea typeface="Arial"/>
                <a:cs typeface="Arial"/>
              </a:rPr>
              <a:t>Underline </a:t>
            </a:r>
          </a:p>
          <a:p xmlns:a="http://schemas.openxmlformats.org/drawingml/2006/main">
            <a:pPr>
              <a:defRPr sz="25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latin typeface="Arial"/>
                <a:ea typeface="Arial"/>
                <a:cs typeface="Arial"/>
              </a:rPr>
              <a:t>18 pt </a:t>
            </a:r>
            <a:r>
              <a:rPr sz="3200" b="1">
                <a:latin typeface="Arial"/>
                <a:ea typeface="Arial"/>
                <a:cs typeface="Arial"/>
              </a:rPr>
              <a:t>32 pt </a:t>
            </a:r>
            <a:r>
              <a:rPr sz="240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Theme accent</a:t>
            </a:r>
          </a:p>
          <a:p xmlns:a="http://schemas.openxmlformats.org/drawingml/2006/main">
            <a:pPr>
              <a:defRPr sz="25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0243E"/>
                </a:solidFill>
                <a:latin typeface="Arial"/>
                <a:ea typeface="Arial"/>
                <a:cs typeface="Arial"/>
              </a:rPr>
              <a:t>Agj pqy 0123456789 AV WA fi fl αβγ</a:t>
            </a:r>
          </a:p>
        </p:txBody>
      </p:sp>
      <p:sp>
        <p:nvSpPr>
          <p:cNvPr id="5" name="gradient-text">
            <a:extLst xmlns:a="http://schemas.openxmlformats.org/drawingml/2006/main">
              <a:ext uri="{FF2B5EF4-FFF2-40B4-BE49-F238E27FC236}">
                <a16:creationId xmlns:a16="http://schemas.microsoft.com/office/drawing/2014/main" id="{884718C6-A7D2-4754-BF71-48702832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gradFill>
                  <a:gsLst>
                    <a:gs pos="0">
                      <a:srgbClr val="D64545"/>
                    </a:gs>
                    <a:gs pos="50000">
                      <a:srgbClr val="7656C9"/>
                    </a:gs>
                    <a:gs pos="100000">
                      <a:srgbClr val="246BCE"/>
                    </a:gs>
                  </a:gsLst>
                  <a:lin ang="0"/>
                </a:gradFill>
                <a:latin typeface="Arial"/>
                <a:ea typeface="Arial"/>
                <a:cs typeface="Arial"/>
              </a:rPr>
              <a:t>Gradient text fill</a:t>
            </a:r>
          </a:p>
        </p:txBody>
      </p:sp>
    </p:spTree>
    <p:extLst>
      <p:ext uri="{BB962C8B-B14F-4D97-AF65-F5344CB8AC3E}">
        <p14:creationId xmlns:p14="http://schemas.microsoft.com/office/powerpoint/2010/main" val="1094617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430EAB6-B7C8-4DA1-BFCA-A034AE1F9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Text-box alignment, margins, and wrapping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235A53-7A2C-40C5-A19F-42A2C305D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CORE-05-label">
            <a:extLst xmlns:a="http://schemas.openxmlformats.org/drawingml/2006/main">
              <a:ext uri="{FF2B5EF4-FFF2-40B4-BE49-F238E27FC236}">
                <a16:creationId xmlns:a16="http://schemas.microsoft.com/office/drawing/2014/main" id="{566EA8B5-2062-43F8-B80B-B83E62B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CORE-05</a:t>
            </a:r>
          </a:p>
        </p:txBody>
      </p:sp>
      <p:sp>
        <p:nvSpPr>
          <p:cNvPr id="4" name="top-left">
            <a:extLst xmlns:a="http://schemas.openxmlformats.org/drawingml/2006/main">
              <a:ext uri="{FF2B5EF4-FFF2-40B4-BE49-F238E27FC236}">
                <a16:creationId xmlns:a16="http://schemas.microsoft.com/office/drawing/2014/main" id="{5D71B272-5108-48F4-8E71-575FFFB7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  <p:txBody>
          <a:bodyPr xmlns:a="http://schemas.openxmlformats.org/drawingml/2006/main" lIns="57150" tIns="38100" rIns="171450" bIns="2286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033"/>
                </a:solidFill>
                <a:latin typeface="Arial"/>
                <a:ea typeface="Arial"/>
                <a:cs typeface="Arial"/>
              </a:rPr>
              <a:t>Line one wraps here</a:t>
            </a:r>
          </a:p>
          <a:p xmlns:a="http://schemas.openxmlformats.org/drawingml/2006/main">
            <a:pPr algn="l">
              <a:defRPr sz="16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033"/>
                </a:solidFill>
                <a:latin typeface="Arial"/>
                <a:ea typeface="Arial"/>
                <a:cs typeface="Arial"/>
              </a:rPr>
              <a:t>Line two has gjpq</a:t>
            </a:r>
          </a:p>
        </p:txBody>
      </p:sp>
      <p:sp>
        <p:nvSpPr>
          <p:cNvPr id="5" name="caption-top-left">
            <a:extLst xmlns:a="http://schemas.openxmlformats.org/drawingml/2006/main">
              <a:ext uri="{FF2B5EF4-FFF2-40B4-BE49-F238E27FC236}">
                <a16:creationId xmlns:a16="http://schemas.microsoft.com/office/drawing/2014/main" id="{BC7F1D02-BCCA-46EC-9DF9-BAB8E817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top-left</a:t>
            </a:r>
          </a:p>
        </p:txBody>
      </p:sp>
      <p:sp>
        <p:nvSpPr>
          <p:cNvPr id="6" name="middle-center">
            <a:extLst xmlns:a="http://schemas.openxmlformats.org/drawingml/2006/main">
              <a:ext uri="{FF2B5EF4-FFF2-40B4-BE49-F238E27FC236}">
                <a16:creationId xmlns:a16="http://schemas.microsoft.com/office/drawing/2014/main" id="{4DA93357-38C7-4DE1-B3FA-2A0D05E8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28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  <p:txBody>
          <a:bodyPr xmlns:a="http://schemas.openxmlformats.org/drawingml/2006/main" lIns="171450" tIns="2286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033"/>
                </a:solidFill>
                <a:latin typeface="Arial"/>
                <a:ea typeface="Arial"/>
                <a:cs typeface="Arial"/>
              </a:rPr>
              <a:t>Line one wraps here</a:t>
            </a:r>
          </a:p>
          <a:p xmlns:a="http://schemas.openxmlformats.org/drawingml/2006/main">
            <a:pPr algn="ctr">
              <a:defRPr sz="16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033"/>
                </a:solidFill>
                <a:latin typeface="Arial"/>
                <a:ea typeface="Arial"/>
                <a:cs typeface="Arial"/>
              </a:rPr>
              <a:t>Line two has gjpq</a:t>
            </a:r>
          </a:p>
        </p:txBody>
      </p:sp>
      <p:sp>
        <p:nvSpPr>
          <p:cNvPr id="7" name="caption-middle-center">
            <a:extLst xmlns:a="http://schemas.openxmlformats.org/drawingml/2006/main">
              <a:ext uri="{FF2B5EF4-FFF2-40B4-BE49-F238E27FC236}">
                <a16:creationId xmlns:a16="http://schemas.microsoft.com/office/drawing/2014/main" id="{E9D4EA6E-EE97-4424-83BA-3248FC6A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956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middle-center</a:t>
            </a:r>
          </a:p>
        </p:txBody>
      </p:sp>
      <p:sp>
        <p:nvSpPr>
          <p:cNvPr id="8" name="bottom-right">
            <a:extLst xmlns:a="http://schemas.openxmlformats.org/drawingml/2006/main">
              <a:ext uri="{FF2B5EF4-FFF2-40B4-BE49-F238E27FC236}">
                <a16:creationId xmlns:a16="http://schemas.microsoft.com/office/drawing/2014/main" id="{FC75CCFE-5996-4091-966F-76020957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28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  <p:txBody>
          <a:bodyPr xmlns:a="http://schemas.openxmlformats.org/drawingml/2006/main" lIns="209550" tIns="95250" rIns="104775" bIns="180975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033"/>
                </a:solidFill>
                <a:latin typeface="Arial"/>
                <a:ea typeface="Arial"/>
                <a:cs typeface="Arial"/>
              </a:rPr>
              <a:t>Line one wraps here</a:t>
            </a:r>
          </a:p>
          <a:p xmlns:a="http://schemas.openxmlformats.org/drawingml/2006/main">
            <a:pPr algn="r">
              <a:defRPr sz="16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033"/>
                </a:solidFill>
                <a:latin typeface="Arial"/>
                <a:ea typeface="Arial"/>
                <a:cs typeface="Arial"/>
              </a:rPr>
              <a:t>Line two has gjpq</a:t>
            </a:r>
          </a:p>
        </p:txBody>
      </p:sp>
      <p:sp>
        <p:nvSpPr>
          <p:cNvPr id="9" name="caption-bottom-right">
            <a:extLst xmlns:a="http://schemas.openxmlformats.org/drawingml/2006/main">
              <a:ext uri="{FF2B5EF4-FFF2-40B4-BE49-F238E27FC236}">
                <a16:creationId xmlns:a16="http://schemas.microsoft.com/office/drawing/2014/main" id="{08868B68-F9F8-43D1-9AA9-2107F74F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956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bottom-right</a:t>
            </a:r>
          </a:p>
        </p:txBody>
      </p:sp>
      <p:sp>
        <p:nvSpPr>
          <p:cNvPr id="10" name="justify">
            <a:extLst xmlns:a="http://schemas.openxmlformats.org/drawingml/2006/main">
              <a:ext uri="{FF2B5EF4-FFF2-40B4-BE49-F238E27FC236}">
                <a16:creationId xmlns:a16="http://schemas.microsoft.com/office/drawing/2014/main" id="{D777622D-FC0C-4648-AA0E-F19C2239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246BCE"/>
            </a:solidFill>
            <a:prstDash val="solid"/>
          </a:ln>
        </p:spPr>
        <p:txBody>
          <a:bodyPr xmlns:a="http://schemas.openxmlformats.org/drawingml/2006/main" lIns="95250" tIns="95250" rIns="95250" bIns="9525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defRPr sz="16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033"/>
                </a:solidFill>
                <a:latin typeface="Arial"/>
                <a:ea typeface="Arial"/>
                <a:cs typeface="Arial"/>
              </a:rPr>
              <a:t>Line one wraps here</a:t>
            </a:r>
          </a:p>
          <a:p xmlns:a="http://schemas.openxmlformats.org/drawingml/2006/main">
            <a:pPr algn="just">
              <a:defRPr sz="16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033"/>
                </a:solidFill>
                <a:latin typeface="Arial"/>
                <a:ea typeface="Arial"/>
                <a:cs typeface="Arial"/>
              </a:rPr>
              <a:t>Line two has gjpq</a:t>
            </a:r>
          </a:p>
        </p:txBody>
      </p:sp>
      <p:sp>
        <p:nvSpPr>
          <p:cNvPr id="11" name="caption-justify">
            <a:extLst xmlns:a="http://schemas.openxmlformats.org/drawingml/2006/main">
              <a:ext uri="{FF2B5EF4-FFF2-40B4-BE49-F238E27FC236}">
                <a16:creationId xmlns:a16="http://schemas.microsoft.com/office/drawing/2014/main" id="{783D8AA5-BD8E-4E6B-9687-8D80253C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956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justify</a:t>
            </a:r>
          </a:p>
        </p:txBody>
      </p:sp>
      <p:sp>
        <p:nvSpPr>
          <p:cNvPr id="12" name="no-wrap">
            <a:extLst xmlns:a="http://schemas.openxmlformats.org/drawingml/2006/main">
              <a:ext uri="{FF2B5EF4-FFF2-40B4-BE49-F238E27FC236}">
                <a16:creationId xmlns:a16="http://schemas.microsoft.com/office/drawing/2014/main" id="{28B00F10-8A03-417A-8123-AE7F466C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9050">
            <a:solidFill>
              <a:srgbClr val="E76F3C"/>
            </a:solidFill>
            <a:prstDash val="solid"/>
          </a:ln>
        </p:spPr>
        <p:txBody>
          <a:bodyPr xmlns:a="http://schemas.openxmlformats.org/drawingml/2006/main" wrap="none" lIns="76200" tIns="57150" rIns="76200" bIns="5715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033"/>
                </a:solidFill>
                <a:latin typeface="Arial"/>
                <a:ea typeface="Arial"/>
                <a:cs typeface="Arial"/>
              </a:rPr>
              <a:t>No wrap: 0123456789 ABCDEFGHIJKLMNOPQRSTUVWXYZ</a:t>
            </a:r>
          </a:p>
        </p:txBody>
      </p:sp>
      <p:sp>
        <p:nvSpPr>
          <p:cNvPr id="13" name="rotated-text">
            <a:extLst xmlns:a="http://schemas.openxmlformats.org/drawingml/2006/main">
              <a:ext uri="{FF2B5EF4-FFF2-40B4-BE49-F238E27FC236}">
                <a16:creationId xmlns:a16="http://schemas.microsoft.com/office/drawing/2014/main" id="{25852DDB-E67A-45EF-8DC1-8C52D79B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20000">
            <a:off x="6858000" y="390525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2"/>
          </a:solidFill>
          <a:ln xmlns:a="http://schemas.openxmlformats.org/drawingml/2006/main" w="19050">
            <a:solidFill>
              <a:srgbClr val="1E9E6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42033"/>
                </a:solidFill>
                <a:latin typeface="Arial"/>
                <a:ea typeface="Arial"/>
                <a:cs typeface="Arial"/>
              </a:rPr>
              <a:t>Rotated text box 17°</a:t>
            </a:r>
          </a:p>
        </p:txBody>
      </p:sp>
    </p:spTree>
    <p:extLst>
      <p:ext uri="{BB962C8B-B14F-4D97-AF65-F5344CB8AC3E}">
        <p14:creationId xmlns:p14="http://schemas.microsoft.com/office/powerpoint/2010/main" val="15680290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430EAB6-B7C8-4DA1-BFCA-A034AE1F9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PowerPoint autofit modes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235A53-7A2C-40C5-A19F-42A2C305D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CORE-06-label">
            <a:extLst xmlns:a="http://schemas.openxmlformats.org/drawingml/2006/main">
              <a:ext uri="{FF2B5EF4-FFF2-40B4-BE49-F238E27FC236}">
                <a16:creationId xmlns:a16="http://schemas.microsoft.com/office/drawing/2014/main" id="{61EBE7BE-0D3B-4A6D-8BDE-C0C403AB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CORE-06</a:t>
            </a:r>
          </a:p>
        </p:txBody>
      </p:sp>
      <p:sp>
        <p:nvSpPr>
          <p:cNvPr id="4" name="no-autofit">
            <a:extLst xmlns:a="http://schemas.openxmlformats.org/drawingml/2006/main">
              <a:ext uri="{FF2B5EF4-FFF2-40B4-BE49-F238E27FC236}">
                <a16:creationId xmlns:a16="http://schemas.microsoft.com/office/drawing/2014/main" id="{7C1D65B8-A5AD-430F-9D17-144921AF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D64545"/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142033"/>
                </a:solidFill>
                <a:latin typeface="Arial"/>
                <a:ea typeface="Arial"/>
                <a:cs typeface="Arial"/>
              </a:rPr>
              <a:t>This deliberately long sentence fills a constrained box and exposes differences in PowerPoint text fitting, wrapping, and final font size.</a:t>
            </a:r>
          </a:p>
        </p:txBody>
      </p:sp>
      <p:sp>
        <p:nvSpPr>
          <p:cNvPr id="5" name="caption-no-autofit · 34 px">
            <a:extLst xmlns:a="http://schemas.openxmlformats.org/drawingml/2006/main">
              <a:ext uri="{FF2B5EF4-FFF2-40B4-BE49-F238E27FC236}">
                <a16:creationId xmlns:a16="http://schemas.microsoft.com/office/drawing/2014/main" id="{C1DCB66E-0E59-4719-BFCC-5E89008E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no-autofit · 34 px</a:t>
            </a:r>
          </a:p>
        </p:txBody>
      </p:sp>
      <p:sp>
        <p:nvSpPr>
          <p:cNvPr id="6" name="shrink-text">
            <a:extLst xmlns:a="http://schemas.openxmlformats.org/drawingml/2006/main">
              <a:ext uri="{FF2B5EF4-FFF2-40B4-BE49-F238E27FC236}">
                <a16:creationId xmlns:a16="http://schemas.microsoft.com/office/drawing/2014/main" id="{F01FE1EF-4EDE-476B-AB34-98DA755D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811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D64545"/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65651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142033"/>
                </a:solidFill>
                <a:latin typeface="Arial"/>
                <a:ea typeface="Arial"/>
                <a:cs typeface="Arial"/>
              </a:rPr>
              <a:t>This deliberately long sentence fills a constrained box and exposes differences in PowerPoint text fitting, wrapping, and final font size.</a:t>
            </a:r>
          </a:p>
        </p:txBody>
      </p:sp>
      <p:sp>
        <p:nvSpPr>
          <p:cNvPr id="7" name="caption-shrink-text · 34 px">
            <a:extLst xmlns:a="http://schemas.openxmlformats.org/drawingml/2006/main">
              <a:ext uri="{FF2B5EF4-FFF2-40B4-BE49-F238E27FC236}">
                <a16:creationId xmlns:a16="http://schemas.microsoft.com/office/drawing/2014/main" id="{4182559C-41BE-46DA-8E3F-5A31C8A5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57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shrink-text · 34 px</a:t>
            </a:r>
          </a:p>
        </p:txBody>
      </p:sp>
      <p:sp>
        <p:nvSpPr>
          <p:cNvPr id="8" name="resize-shape">
            <a:extLst xmlns:a="http://schemas.openxmlformats.org/drawingml/2006/main">
              <a:ext uri="{FF2B5EF4-FFF2-40B4-BE49-F238E27FC236}">
                <a16:creationId xmlns:a16="http://schemas.microsoft.com/office/drawing/2014/main" id="{291EE015-7B8B-432E-8607-C6280CCB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81150"/>
            <a:ext cx="2857500" cy="3223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D64545"/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sp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142033"/>
                </a:solidFill>
                <a:latin typeface="Arial"/>
                <a:ea typeface="Arial"/>
                <a:cs typeface="Arial"/>
              </a:rPr>
              <a:t>This deliberately long sentence fills a constrained box and exposes differences in PowerPoint text fitting, wrapping, and final font size.</a:t>
            </a:r>
          </a:p>
        </p:txBody>
      </p:sp>
      <p:sp>
        <p:nvSpPr>
          <p:cNvPr id="9" name="caption-resize-shape · 34 px">
            <a:extLst xmlns:a="http://schemas.openxmlformats.org/drawingml/2006/main">
              <a:ext uri="{FF2B5EF4-FFF2-40B4-BE49-F238E27FC236}">
                <a16:creationId xmlns:a16="http://schemas.microsoft.com/office/drawing/2014/main" id="{32AB057F-3359-4F2E-9FC2-9FE683BF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57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resize-shape · 34 px</a:t>
            </a:r>
          </a:p>
        </p:txBody>
      </p:sp>
    </p:spTree>
    <p:extLst>
      <p:ext uri="{BB962C8B-B14F-4D97-AF65-F5344CB8AC3E}">
        <p14:creationId xmlns:p14="http://schemas.microsoft.com/office/powerpoint/2010/main" val="1286141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430EAB6-B7C8-4DA1-BFCA-A034AE1F9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Paragraph spacing and nested lists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235A53-7A2C-40C5-A19F-42A2C305D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CORE-07-label">
            <a:extLst xmlns:a="http://schemas.openxmlformats.org/drawingml/2006/main">
              <a:ext uri="{FF2B5EF4-FFF2-40B4-BE49-F238E27FC236}">
                <a16:creationId xmlns:a16="http://schemas.microsoft.com/office/drawing/2014/main" id="{33C29F59-8DBE-481F-934C-1399202C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CORE-07</a:t>
            </a:r>
          </a:p>
        </p:txBody>
      </p:sp>
      <p:sp>
        <p:nvSpPr>
          <p:cNvPr id="4" name="nested-list">
            <a:extLst xmlns:a="http://schemas.openxmlformats.org/drawingml/2006/main">
              <a:ext uri="{FF2B5EF4-FFF2-40B4-BE49-F238E27FC236}">
                <a16:creationId xmlns:a16="http://schemas.microsoft.com/office/drawing/2014/main" id="{88E8F9F0-79FB-4F8E-A184-71670513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38250"/>
            <a:ext cx="4953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C7D0DD"/>
            </a:solidFill>
            <a:prstDash val="solid"/>
          </a:ln>
        </p:spPr>
        <p:txBody>
          <a:bodyPr xmlns:a="http://schemas.openxmlformats.org/drawingml/2006/main" lIns="76200" tIns="57150" rIns="76200" bIns="57150">
            <a:noAutofit/>
          </a:bodyPr>
          <a:lstStyle xmlns:a="http://schemas.openxmlformats.org/drawingml/2006/main"/>
          <a:p xmlns:a="http://schemas.openxmlformats.org/drawingml/2006/main">
            <a:pPr marL="279400" indent="-152400">
              <a:spcAft>
                <a:spcPts val="700"/>
              </a:spcAft>
              <a:buChar char="•"/>
              <a:defRPr sz="18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46BCE"/>
                </a:solidFill>
              </a:rPr>
              <a:t>Level 0</a:t>
            </a:r>
            <a:r>
              <a:t> with spacing after</a:t>
            </a:r>
          </a:p>
          <a:p xmlns:a="http://schemas.openxmlformats.org/drawingml/2006/main">
            <a:pPr marL="558800" indent="-152400">
              <a:spcBef>
                <a:spcPts val="300"/>
              </a:spcBef>
              <a:buChar char="–"/>
              <a:defRPr sz="18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t>Level 1 custom dash</a:t>
            </a:r>
          </a:p>
          <a:p xmlns:a="http://schemas.openxmlformats.org/drawingml/2006/main">
            <a:pPr marL="838200" indent="-152400">
              <a:buChar char="◆"/>
              <a:defRPr sz="18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t>Level 2 custom diamond</a:t>
            </a:r>
          </a:p>
          <a:p xmlns:a="http://schemas.openxmlformats.org/drawingml/2006/main">
            <a:pPr marL="279400" indent="-152400">
              <a:buChar char="•"/>
              <a:defRPr sz="187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t>Back to level 0</a:t>
            </a:r>
          </a:p>
        </p:txBody>
      </p:sp>
      <p:sp>
        <p:nvSpPr>
          <p:cNvPr id="5" name="paragraph-alignment">
            <a:extLst xmlns:a="http://schemas.openxmlformats.org/drawingml/2006/main">
              <a:ext uri="{FF2B5EF4-FFF2-40B4-BE49-F238E27FC236}">
                <a16:creationId xmlns:a16="http://schemas.microsoft.com/office/drawing/2014/main" id="{4FA1B512-3864-4E92-90E2-BC2AEBC7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4762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D"/>
          </a:solidFill>
          <a:ln xmlns:a="http://schemas.openxmlformats.org/drawingml/2006/main" w="19050">
            <a:solidFill>
              <a:srgbClr val="E6A117"/>
            </a:solidFill>
            <a:prstDash val="solid"/>
          </a:ln>
        </p:spPr>
        <p:txBody>
          <a:bodyPr xmlns:a="http://schemas.openxmlformats.org/drawingml/2006/main" lIns="76200" tIns="57150" rIns="76200" bIns="5715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  <a:defRPr sz="17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b="1"/>
              <a:t>Left paragraph with 12 pt after</a:t>
            </a:r>
          </a:p>
          <a:p xmlns:a="http://schemas.openxmlformats.org/drawingml/2006/main">
            <a:pPr>
              <a:spcBef>
                <a:spcPts val="600"/>
              </a:spcBef>
              <a:spcAft>
                <a:spcPts val="600"/>
              </a:spcAft>
              <a:buNone/>
              <a:defRPr sz="17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t>Centered paragraph with explicit before and after spacing</a:t>
            </a:r>
          </a:p>
          <a:p xmlns:a="http://schemas.openxmlformats.org/drawingml/2006/main">
            <a:pPr>
              <a:buNone/>
              <a:defRPr sz="17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t>Right aligned final paragraph</a:t>
            </a:r>
          </a:p>
        </p:txBody>
      </p:sp>
    </p:spTree>
    <p:extLst>
      <p:ext uri="{BB962C8B-B14F-4D97-AF65-F5344CB8AC3E}">
        <p14:creationId xmlns:p14="http://schemas.microsoft.com/office/powerpoint/2010/main" val="11269459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430EAB6-B7C8-4DA1-BFCA-A034AE1F9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Solid, transparent, gradient, and pattern fills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235A53-7A2C-40C5-A19F-42A2C305D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CORE-08-label">
            <a:extLst xmlns:a="http://schemas.openxmlformats.org/drawingml/2006/main">
              <a:ext uri="{FF2B5EF4-FFF2-40B4-BE49-F238E27FC236}">
                <a16:creationId xmlns:a16="http://schemas.microsoft.com/office/drawing/2014/main" id="{831BC0DE-1A3A-416B-B5D6-D5F3D3FB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CORE-08</a:t>
            </a:r>
          </a:p>
        </p:txBody>
      </p:sp>
      <p:sp>
        <p:nvSpPr>
          <p:cNvPr id="4" name="solid">
            <a:extLst xmlns:a="http://schemas.openxmlformats.org/drawingml/2006/main">
              <a:ext uri="{FF2B5EF4-FFF2-40B4-BE49-F238E27FC236}">
                <a16:creationId xmlns:a16="http://schemas.microsoft.com/office/drawing/2014/main" id="{302C671C-27E4-49CF-864A-72505BC1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335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46BCE"/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caption-solid">
            <a:extLst xmlns:a="http://schemas.openxmlformats.org/drawingml/2006/main">
              <a:ext uri="{FF2B5EF4-FFF2-40B4-BE49-F238E27FC236}">
                <a16:creationId xmlns:a16="http://schemas.microsoft.com/office/drawing/2014/main" id="{7CD041DD-88F4-4DAB-B3FA-7D225C8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solid</a:t>
            </a:r>
          </a:p>
        </p:txBody>
      </p:sp>
      <p:sp>
        <p:nvSpPr>
          <p:cNvPr id="6" name="transparent-50">
            <a:extLst xmlns:a="http://schemas.openxmlformats.org/drawingml/2006/main">
              <a:ext uri="{FF2B5EF4-FFF2-40B4-BE49-F238E27FC236}">
                <a16:creationId xmlns:a16="http://schemas.microsoft.com/office/drawing/2014/main" id="{E27C2460-7DB9-402C-AF42-B8DDE58A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3335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64545">
              <a:alpha val="5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7" name="caption-transparent-50">
            <a:extLst xmlns:a="http://schemas.openxmlformats.org/drawingml/2006/main">
              <a:ext uri="{FF2B5EF4-FFF2-40B4-BE49-F238E27FC236}">
                <a16:creationId xmlns:a16="http://schemas.microsoft.com/office/drawing/2014/main" id="{72FB89EE-7D3E-4617-B76F-F77CC8D0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transparent-50</a:t>
            </a:r>
          </a:p>
        </p:txBody>
      </p:sp>
      <p:sp>
        <p:nvSpPr>
          <p:cNvPr id="8" name="theme-tint">
            <a:extLst xmlns:a="http://schemas.openxmlformats.org/drawingml/2006/main">
              <a:ext uri="{FF2B5EF4-FFF2-40B4-BE49-F238E27FC236}">
                <a16:creationId xmlns:a16="http://schemas.microsoft.com/office/drawing/2014/main" id="{C9324BA5-053C-4992-ACA0-4577903C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335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chemeClr val="accent3">
              <a:lumMod val="75000"/>
              <a:lumOff val="25000"/>
              <a:alpha val="85000"/>
            </a:scheme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9" name="caption-theme-tint">
            <a:extLst xmlns:a="http://schemas.openxmlformats.org/drawingml/2006/main">
              <a:ext uri="{FF2B5EF4-FFF2-40B4-BE49-F238E27FC236}">
                <a16:creationId xmlns:a16="http://schemas.microsoft.com/office/drawing/2014/main" id="{C1F77FF5-722B-4DE2-85EA-879A7175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theme-tint</a:t>
            </a:r>
          </a:p>
        </p:txBody>
      </p:sp>
      <p:sp>
        <p:nvSpPr>
          <p:cNvPr id="10" name="linear">
            <a:extLst xmlns:a="http://schemas.openxmlformats.org/drawingml/2006/main">
              <a:ext uri="{FF2B5EF4-FFF2-40B4-BE49-F238E27FC236}">
                <a16:creationId xmlns:a16="http://schemas.microsoft.com/office/drawing/2014/main" id="{51DD9C42-1501-49BB-AD91-C19E0F5F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gradFill xmlns:a="http://schemas.openxmlformats.org/drawingml/2006/main">
            <a:gsLst>
              <a:gs pos="0">
                <a:srgbClr val="D64545"/>
              </a:gs>
              <a:gs pos="50000">
                <a:srgbClr val="E6A117"/>
              </a:gs>
              <a:gs pos="100000">
                <a:srgbClr val="246BCE"/>
              </a:gs>
            </a:gsLst>
            <a:lin ang="2100000"/>
          </a:gra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11" name="caption-linear">
            <a:extLst xmlns:a="http://schemas.openxmlformats.org/drawingml/2006/main">
              <a:ext uri="{FF2B5EF4-FFF2-40B4-BE49-F238E27FC236}">
                <a16:creationId xmlns:a16="http://schemas.microsoft.com/office/drawing/2014/main" id="{22BEE98E-1ADC-43A4-BCCE-A75408D9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linear</a:t>
            </a:r>
          </a:p>
        </p:txBody>
      </p:sp>
      <p:sp>
        <p:nvSpPr>
          <p:cNvPr id="12" name="radial">
            <a:extLst xmlns:a="http://schemas.openxmlformats.org/drawingml/2006/main">
              <a:ext uri="{FF2B5EF4-FFF2-40B4-BE49-F238E27FC236}">
                <a16:creationId xmlns:a16="http://schemas.microsoft.com/office/drawing/2014/main" id="{A092B9F1-AD95-4942-B0B4-021E16BE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19500"/>
            <a:ext cx="2857500" cy="1428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7656C9"/>
              </a:gs>
            </a:gsLst>
            <a:path path="shape"/>
          </a:gra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13" name="caption-radial">
            <a:extLst xmlns:a="http://schemas.openxmlformats.org/drawingml/2006/main">
              <a:ext uri="{FF2B5EF4-FFF2-40B4-BE49-F238E27FC236}">
                <a16:creationId xmlns:a16="http://schemas.microsoft.com/office/drawing/2014/main" id="{D9BC102C-2B99-4C62-A3A4-82CDC24E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81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radial</a:t>
            </a:r>
          </a:p>
        </p:txBody>
      </p:sp>
      <p:sp>
        <p:nvSpPr>
          <p:cNvPr id="14" name="pattern">
            <a:extLst xmlns:a="http://schemas.openxmlformats.org/drawingml/2006/main">
              <a:ext uri="{FF2B5EF4-FFF2-40B4-BE49-F238E27FC236}">
                <a16:creationId xmlns:a16="http://schemas.microsoft.com/office/drawing/2014/main" id="{F5D55C52-3963-49D3-AE86-D997B0B9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pattFill xmlns:a="http://schemas.openxmlformats.org/drawingml/2006/main" prst="diagCross">
            <a:fgClr>
              <a:srgbClr val="246BCE">
                <a:alpha val="70000"/>
              </a:srgbClr>
            </a:fgClr>
            <a:bgClr>
              <a:srgbClr val="F8FAFC"/>
            </a:bgClr>
          </a:patt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15" name="caption-pattern">
            <a:extLst xmlns:a="http://schemas.openxmlformats.org/drawingml/2006/main">
              <a:ext uri="{FF2B5EF4-FFF2-40B4-BE49-F238E27FC236}">
                <a16:creationId xmlns:a16="http://schemas.microsoft.com/office/drawing/2014/main" id="{18D7559F-9A20-4ADE-B80E-3043DE0B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81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pattern</a:t>
            </a:r>
          </a:p>
        </p:txBody>
      </p:sp>
    </p:spTree>
    <p:extLst>
      <p:ext uri="{BB962C8B-B14F-4D97-AF65-F5344CB8AC3E}">
        <p14:creationId xmlns:p14="http://schemas.microsoft.com/office/powerpoint/2010/main" val="16498569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430EAB6-B7C8-4DA1-BFCA-A034AE1F9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Line styles, arrowheads, and connectors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235A53-7A2C-40C5-A19F-42A2C305D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CORE-09-label">
            <a:extLst xmlns:a="http://schemas.openxmlformats.org/drawingml/2006/main">
              <a:ext uri="{FF2B5EF4-FFF2-40B4-BE49-F238E27FC236}">
                <a16:creationId xmlns:a16="http://schemas.microsoft.com/office/drawing/2014/main" id="{404C8D09-160C-4B7C-95CE-B5321510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CORE-09</a:t>
            </a:r>
          </a:p>
        </p:txBody>
      </p:sp>
      <p:sp>
        <p:nvSpPr>
          <p:cNvPr id="4" name="line-solid">
            <a:extLst xmlns:a="http://schemas.openxmlformats.org/drawingml/2006/main">
              <a:ext uri="{FF2B5EF4-FFF2-40B4-BE49-F238E27FC236}">
                <a16:creationId xmlns:a16="http://schemas.microsoft.com/office/drawing/2014/main" id="{A2B0226C-7776-4336-A648-3F35DE70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E"/>
            </a:solidFill>
            <a:prstDash val="solid"/>
          </a:ln>
        </p:spPr>
      </p:sp>
      <p:sp>
        <p:nvSpPr>
          <p:cNvPr id="5" name="line-label-solid">
            <a:extLst xmlns:a="http://schemas.openxmlformats.org/drawingml/2006/main">
              <a:ext uri="{FF2B5EF4-FFF2-40B4-BE49-F238E27FC236}">
                <a16:creationId xmlns:a16="http://schemas.microsoft.com/office/drawing/2014/main" id="{8DBB6F97-5B2A-4A18-8107-7704C1B3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085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033"/>
                </a:solidFill>
                <a:latin typeface="Arial"/>
                <a:ea typeface="Arial"/>
                <a:cs typeface="Arial"/>
              </a:rPr>
              <a:t>solid · 1px</a:t>
            </a:r>
          </a:p>
        </p:txBody>
      </p:sp>
      <p:sp>
        <p:nvSpPr>
          <p:cNvPr id="6" name="line-dashed">
            <a:extLst xmlns:a="http://schemas.openxmlformats.org/drawingml/2006/main">
              <a:ext uri="{FF2B5EF4-FFF2-40B4-BE49-F238E27FC236}">
                <a16:creationId xmlns:a16="http://schemas.microsoft.com/office/drawing/2014/main" id="{C59C7F01-F2C6-479C-AEC7-0AD30A00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6BCE"/>
            </a:solidFill>
            <a:prstDash val="dash"/>
          </a:ln>
        </p:spPr>
      </p:sp>
      <p:sp>
        <p:nvSpPr>
          <p:cNvPr id="7" name="line-label-dashed">
            <a:extLst xmlns:a="http://schemas.openxmlformats.org/drawingml/2006/main">
              <a:ext uri="{FF2B5EF4-FFF2-40B4-BE49-F238E27FC236}">
                <a16:creationId xmlns:a16="http://schemas.microsoft.com/office/drawing/2014/main" id="{A7BE48BE-54E0-4AA1-BDEF-9333B951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14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033"/>
                </a:solidFill>
                <a:latin typeface="Arial"/>
                <a:ea typeface="Arial"/>
                <a:cs typeface="Arial"/>
              </a:rPr>
              <a:t>dashed · 2px</a:t>
            </a:r>
          </a:p>
        </p:txBody>
      </p:sp>
      <p:sp>
        <p:nvSpPr>
          <p:cNvPr id="8" name="line-dotted">
            <a:extLst xmlns:a="http://schemas.openxmlformats.org/drawingml/2006/main">
              <a:ext uri="{FF2B5EF4-FFF2-40B4-BE49-F238E27FC236}">
                <a16:creationId xmlns:a16="http://schemas.microsoft.com/office/drawing/2014/main" id="{00F3C9C3-58E1-4D93-9FDF-6CAB2BFF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9E68"/>
            </a:solidFill>
            <a:prstDash val="dot"/>
          </a:ln>
        </p:spPr>
      </p:sp>
      <p:sp>
        <p:nvSpPr>
          <p:cNvPr id="9" name="line-label-dotted">
            <a:extLst xmlns:a="http://schemas.openxmlformats.org/drawingml/2006/main">
              <a:ext uri="{FF2B5EF4-FFF2-40B4-BE49-F238E27FC236}">
                <a16:creationId xmlns:a16="http://schemas.microsoft.com/office/drawing/2014/main" id="{10961CD6-34F5-4590-83AF-E1196C41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431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033"/>
                </a:solidFill>
                <a:latin typeface="Arial"/>
                <a:ea typeface="Arial"/>
                <a:cs typeface="Arial"/>
              </a:rPr>
              <a:t>dotted · 3px</a:t>
            </a:r>
          </a:p>
        </p:txBody>
      </p:sp>
      <p:sp>
        <p:nvSpPr>
          <p:cNvPr id="10" name="line-dash-dot">
            <a:extLst xmlns:a="http://schemas.openxmlformats.org/drawingml/2006/main">
              <a:ext uri="{FF2B5EF4-FFF2-40B4-BE49-F238E27FC236}">
                <a16:creationId xmlns:a16="http://schemas.microsoft.com/office/drawing/2014/main" id="{4AA4499B-91A2-4480-A17F-56F2D124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2862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3C"/>
            </a:solidFill>
            <a:prstDash val="dashDot"/>
          </a:ln>
        </p:spPr>
      </p:sp>
      <p:sp>
        <p:nvSpPr>
          <p:cNvPr id="11" name="line-label-dash-dot">
            <a:extLst xmlns:a="http://schemas.openxmlformats.org/drawingml/2006/main">
              <a:ext uri="{FF2B5EF4-FFF2-40B4-BE49-F238E27FC236}">
                <a16:creationId xmlns:a16="http://schemas.microsoft.com/office/drawing/2014/main" id="{172A720B-2391-4DBE-BD0E-CC3F88B1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71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033"/>
                </a:solidFill>
                <a:latin typeface="Arial"/>
                <a:ea typeface="Arial"/>
                <a:cs typeface="Arial"/>
              </a:rPr>
              <a:t>dash-dot · 4px</a:t>
            </a:r>
          </a:p>
        </p:txBody>
      </p:sp>
      <p:sp>
        <p:nvSpPr>
          <p:cNvPr id="12" name="line-dash-dot-dot">
            <a:extLst xmlns:a="http://schemas.openxmlformats.org/drawingml/2006/main">
              <a:ext uri="{FF2B5EF4-FFF2-40B4-BE49-F238E27FC236}">
                <a16:creationId xmlns:a16="http://schemas.microsoft.com/office/drawing/2014/main" id="{FFD1BC0E-BEC5-49E2-9155-4DCAD71E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656C9"/>
            </a:solidFill>
            <a:prstDash val="lgDashDotDot"/>
          </a:ln>
        </p:spPr>
      </p:sp>
      <p:sp>
        <p:nvSpPr>
          <p:cNvPr id="13" name="line-label-dash-dot-dot">
            <a:extLst xmlns:a="http://schemas.openxmlformats.org/drawingml/2006/main">
              <a:ext uri="{FF2B5EF4-FFF2-40B4-BE49-F238E27FC236}">
                <a16:creationId xmlns:a16="http://schemas.microsoft.com/office/drawing/2014/main" id="{23F844D0-A41F-434D-8DE8-8F674E88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004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033"/>
                </a:solidFill>
                <a:latin typeface="Arial"/>
                <a:ea typeface="Arial"/>
                <a:cs typeface="Arial"/>
              </a:rPr>
              <a:t>dash-dot-dot · 5px</a:t>
            </a:r>
          </a:p>
        </p:txBody>
      </p:sp>
      <p:sp>
        <p:nvSpPr>
          <p:cNvPr id="14" name="connector-source">
            <a:extLst xmlns:a="http://schemas.openxmlformats.org/drawingml/2006/main">
              <a:ext uri="{FF2B5EF4-FFF2-40B4-BE49-F238E27FC236}">
                <a16:creationId xmlns:a16="http://schemas.microsoft.com/office/drawing/2014/main" id="{D45A6EFC-E1E0-458F-B80E-F44D77F5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14287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28575">
            <a:solidFill>
              <a:srgbClr val="246BC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latin typeface="Arial"/>
                <a:ea typeface="Arial"/>
                <a:cs typeface="Arial"/>
              </a:defRPr>
            </a:pPr>
            <a:r>
              <a:rPr sz="1500" b="1">
                <a:latin typeface="Arial"/>
                <a:ea typeface="Arial"/>
                <a:cs typeface="Arial"/>
              </a:rPr>
              <a:t>FROM</a:t>
            </a:r>
          </a:p>
        </p:txBody>
      </p:sp>
      <p:sp>
        <p:nvSpPr>
          <p:cNvPr id="15" name="connector-target">
            <a:extLst xmlns:a="http://schemas.openxmlformats.org/drawingml/2006/main">
              <a:ext uri="{FF2B5EF4-FFF2-40B4-BE49-F238E27FC236}">
                <a16:creationId xmlns:a16="http://schemas.microsoft.com/office/drawing/2014/main" id="{BD3CFE78-08CB-4C8B-995E-93BC2D26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28575">
            <a:solidFill>
              <a:srgbClr val="E76F3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latin typeface="Arial"/>
                <a:ea typeface="Arial"/>
                <a:cs typeface="Arial"/>
              </a:defRPr>
            </a:pPr>
            <a:r>
              <a:rPr sz="1500" b="1">
                <a:latin typeface="Arial"/>
                <a:ea typeface="Arial"/>
                <a:cs typeface="Arial"/>
              </a:rPr>
              <a:t>TO</a:t>
            </a:r>
          </a:p>
        </p:txBody>
      </p:sp>
      <p:cxnSp>
        <p:nvCxnSpPr>
          <p:cNvPr id="32" name=""/>
          <p:cNvCxnSpPr>
            <a:stCxn xmlns:a="http://schemas.openxmlformats.org/drawingml/2006/main" id="14" idx="4"/>
            <a:endCxn xmlns:a="http://schemas.openxmlformats.org/drawingml/2006/main" id="15" idx="0"/>
          </p:cNvCxnSpPr>
          <p:nvPr/>
        </p:nvCxnSpPr>
        <p:spPr>
          <a:xfrm xmlns:a="http://schemas.openxmlformats.org/drawingml/2006/main" rot="16200000" flipH="1">
            <a:off x="8691563" y="2119313"/>
            <a:ext cx="1714500" cy="20478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38100">
            <a:solidFill>
              <a:srgbClr val="7656C9"/>
            </a:solidFill>
            <a:prstDash val="dash"/>
            <a:headEnd type="triangle" w="lg" len="lg"/>
            <a:tailEnd type="oval" w="sm" len="sm"/>
          </a:ln>
        </p:spPr>
      </p:cxnSp>
    </p:spTree>
    <p:extLst>
      <p:ext uri="{BB962C8B-B14F-4D97-AF65-F5344CB8AC3E}">
        <p14:creationId xmlns:p14="http://schemas.microsoft.com/office/powerpoint/2010/main" val="1795845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430EAB6-B7C8-4DA1-BFCA-A034AE1F9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Preset shapes and adjustment geometry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235A53-7A2C-40C5-A19F-42A2C305D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CORE-10-label">
            <a:extLst xmlns:a="http://schemas.openxmlformats.org/drawingml/2006/main">
              <a:ext uri="{FF2B5EF4-FFF2-40B4-BE49-F238E27FC236}">
                <a16:creationId xmlns:a16="http://schemas.microsoft.com/office/drawing/2014/main" id="{29D859D1-14BF-4435-880F-F11E89CA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CORE-10</a:t>
            </a:r>
          </a:p>
        </p:txBody>
      </p:sp>
      <p:sp>
        <p:nvSpPr>
          <p:cNvPr id="4" name="preset-rect">
            <a:extLst xmlns:a="http://schemas.openxmlformats.org/drawingml/2006/main">
              <a:ext uri="{FF2B5EF4-FFF2-40B4-BE49-F238E27FC236}">
                <a16:creationId xmlns:a16="http://schemas.microsoft.com/office/drawing/2014/main" id="{246583E9-B292-4A39-A151-8CC7E248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314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caption-rect">
            <a:extLst xmlns:a="http://schemas.openxmlformats.org/drawingml/2006/main">
              <a:ext uri="{FF2B5EF4-FFF2-40B4-BE49-F238E27FC236}">
                <a16:creationId xmlns:a16="http://schemas.microsoft.com/office/drawing/2014/main" id="{5C7D57AD-29CC-4DA0-AB35-E70BD58D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rect</a:t>
            </a:r>
          </a:p>
        </p:txBody>
      </p:sp>
      <p:sp>
        <p:nvSpPr>
          <p:cNvPr id="6" name="preset-roundRect">
            <a:extLst xmlns:a="http://schemas.openxmlformats.org/drawingml/2006/main">
              <a:ext uri="{FF2B5EF4-FFF2-40B4-BE49-F238E27FC236}">
                <a16:creationId xmlns:a16="http://schemas.microsoft.com/office/drawing/2014/main" id="{7B768981-F5AF-4E0A-AE8A-5621E57A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04900"/>
            <a:ext cx="1314450" cy="1009650"/>
          </a:xfrm>
          <a:prstGeom xmlns:a="http://schemas.openxmlformats.org/drawingml/2006/main" prst="roundRect">
            <a:avLst>
              <a:gd name="adj" fmla="val 28302"/>
            </a:avLst>
          </a:prstGeom>
          <a:solidFill xmlns:a="http://schemas.openxmlformats.org/drawingml/2006/main">
            <a:srgbClr val="E76F3C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7" name="caption-roundRect">
            <a:extLst xmlns:a="http://schemas.openxmlformats.org/drawingml/2006/main">
              <a:ext uri="{FF2B5EF4-FFF2-40B4-BE49-F238E27FC236}">
                <a16:creationId xmlns:a16="http://schemas.microsoft.com/office/drawing/2014/main" id="{0759DE24-1522-4C8A-9E61-07290A67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71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roundRect</a:t>
            </a:r>
          </a:p>
        </p:txBody>
      </p:sp>
      <p:sp>
        <p:nvSpPr>
          <p:cNvPr id="8" name="preset-ellipse">
            <a:extLst xmlns:a="http://schemas.openxmlformats.org/drawingml/2006/main">
              <a:ext uri="{FF2B5EF4-FFF2-40B4-BE49-F238E27FC236}">
                <a16:creationId xmlns:a16="http://schemas.microsoft.com/office/drawing/2014/main" id="{D5085899-F2ED-43AB-B128-B57FACBE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04900"/>
            <a:ext cx="13144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8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9" name="caption-ellipse">
            <a:extLst xmlns:a="http://schemas.openxmlformats.org/drawingml/2006/main">
              <a:ext uri="{FF2B5EF4-FFF2-40B4-BE49-F238E27FC236}">
                <a16:creationId xmlns:a16="http://schemas.microsoft.com/office/drawing/2014/main" id="{194FFC89-B9F3-4412-92F2-535CD739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71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ellipse</a:t>
            </a:r>
          </a:p>
        </p:txBody>
      </p:sp>
      <p:sp>
        <p:nvSpPr>
          <p:cNvPr id="10" name="preset-triangle">
            <a:extLst xmlns:a="http://schemas.openxmlformats.org/drawingml/2006/main">
              <a:ext uri="{FF2B5EF4-FFF2-40B4-BE49-F238E27FC236}">
                <a16:creationId xmlns:a16="http://schemas.microsoft.com/office/drawing/2014/main" id="{AB45D42B-1E3F-4060-A130-96CB7958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104900"/>
            <a:ext cx="1314450" cy="1009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656C9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11" name="caption-triangle">
            <a:extLst xmlns:a="http://schemas.openxmlformats.org/drawingml/2006/main">
              <a:ext uri="{FF2B5EF4-FFF2-40B4-BE49-F238E27FC236}">
                <a16:creationId xmlns:a16="http://schemas.microsoft.com/office/drawing/2014/main" id="{4E437527-9F24-490A-84F1-86197EA3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triangle</a:t>
            </a:r>
          </a:p>
        </p:txBody>
      </p:sp>
      <p:sp>
        <p:nvSpPr>
          <p:cNvPr id="12" name="preset-diamond">
            <a:extLst xmlns:a="http://schemas.openxmlformats.org/drawingml/2006/main">
              <a:ext uri="{FF2B5EF4-FFF2-40B4-BE49-F238E27FC236}">
                <a16:creationId xmlns:a16="http://schemas.microsoft.com/office/drawing/2014/main" id="{F32E23FC-6E27-437B-8A08-B933C524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1314450" cy="10096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7B9D6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13" name="caption-diamond">
            <a:extLst xmlns:a="http://schemas.openxmlformats.org/drawingml/2006/main">
              <a:ext uri="{FF2B5EF4-FFF2-40B4-BE49-F238E27FC236}">
                <a16:creationId xmlns:a16="http://schemas.microsoft.com/office/drawing/2014/main" id="{F1C6E19A-C228-440B-AE72-062BF3FB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diamond</a:t>
            </a:r>
          </a:p>
        </p:txBody>
      </p:sp>
      <p:sp>
        <p:nvSpPr>
          <p:cNvPr id="14" name="preset-parallelogram">
            <a:extLst xmlns:a="http://schemas.openxmlformats.org/drawingml/2006/main">
              <a:ext uri="{FF2B5EF4-FFF2-40B4-BE49-F238E27FC236}">
                <a16:creationId xmlns:a16="http://schemas.microsoft.com/office/drawing/2014/main" id="{39D982E1-73F6-4605-B99C-E8DF9839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104900"/>
            <a:ext cx="1314450" cy="10096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6A117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15" name="caption-parallelogram">
            <a:extLst xmlns:a="http://schemas.openxmlformats.org/drawingml/2006/main">
              <a:ext uri="{FF2B5EF4-FFF2-40B4-BE49-F238E27FC236}">
                <a16:creationId xmlns:a16="http://schemas.microsoft.com/office/drawing/2014/main" id="{4D733D05-84EA-4C1A-8F93-693D78CC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71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parallelogram</a:t>
            </a:r>
          </a:p>
        </p:txBody>
      </p:sp>
      <p:sp>
        <p:nvSpPr>
          <p:cNvPr id="16" name="preset-trapezoid">
            <a:extLst xmlns:a="http://schemas.openxmlformats.org/drawingml/2006/main">
              <a:ext uri="{FF2B5EF4-FFF2-40B4-BE49-F238E27FC236}">
                <a16:creationId xmlns:a16="http://schemas.microsoft.com/office/drawing/2014/main" id="{7715D44E-F5C9-4C25-9FC6-A5770232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14450" cy="10096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246BCE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17" name="caption-trapezoid">
            <a:extLst xmlns:a="http://schemas.openxmlformats.org/drawingml/2006/main">
              <a:ext uri="{FF2B5EF4-FFF2-40B4-BE49-F238E27FC236}">
                <a16:creationId xmlns:a16="http://schemas.microsoft.com/office/drawing/2014/main" id="{29156D2C-8309-4A36-9820-50C0F26F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trapezoid</a:t>
            </a:r>
          </a:p>
        </p:txBody>
      </p:sp>
      <p:sp>
        <p:nvSpPr>
          <p:cNvPr id="18" name="preset-chevron">
            <a:extLst xmlns:a="http://schemas.openxmlformats.org/drawingml/2006/main">
              <a:ext uri="{FF2B5EF4-FFF2-40B4-BE49-F238E27FC236}">
                <a16:creationId xmlns:a16="http://schemas.microsoft.com/office/drawing/2014/main" id="{375F2D82-EF46-47B8-962E-E4632C4A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1314450" cy="1009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76F3C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19" name="caption-chevron">
            <a:extLst xmlns:a="http://schemas.openxmlformats.org/drawingml/2006/main">
              <a:ext uri="{FF2B5EF4-FFF2-40B4-BE49-F238E27FC236}">
                <a16:creationId xmlns:a16="http://schemas.microsoft.com/office/drawing/2014/main" id="{B6CAB8B8-7BE3-44B3-AED0-E34D1428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chevron</a:t>
            </a:r>
          </a:p>
        </p:txBody>
      </p:sp>
      <p:sp>
        <p:nvSpPr>
          <p:cNvPr id="20" name="preset-rightArrow">
            <a:extLst xmlns:a="http://schemas.openxmlformats.org/drawingml/2006/main">
              <a:ext uri="{FF2B5EF4-FFF2-40B4-BE49-F238E27FC236}">
                <a16:creationId xmlns:a16="http://schemas.microsoft.com/office/drawing/2014/main" id="{0D999236-8CE5-4BB5-8D8C-888BBF28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1314450" cy="1009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9E68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21" name="caption-rightArrow">
            <a:extLst xmlns:a="http://schemas.openxmlformats.org/drawingml/2006/main">
              <a:ext uri="{FF2B5EF4-FFF2-40B4-BE49-F238E27FC236}">
                <a16:creationId xmlns:a16="http://schemas.microsoft.com/office/drawing/2014/main" id="{337BF0A9-B3B8-4BDB-BE60-6D2153CF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48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rightArrow</a:t>
            </a:r>
          </a:p>
        </p:txBody>
      </p:sp>
      <p:sp>
        <p:nvSpPr>
          <p:cNvPr id="22" name="preset-leftRightArrow">
            <a:extLst xmlns:a="http://schemas.openxmlformats.org/drawingml/2006/main">
              <a:ext uri="{FF2B5EF4-FFF2-40B4-BE49-F238E27FC236}">
                <a16:creationId xmlns:a16="http://schemas.microsoft.com/office/drawing/2014/main" id="{B7488942-0AEF-4350-A17B-B356FBE1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1314450" cy="100965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7656C9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23" name="caption-leftRightArrow">
            <a:extLst xmlns:a="http://schemas.openxmlformats.org/drawingml/2006/main">
              <a:ext uri="{FF2B5EF4-FFF2-40B4-BE49-F238E27FC236}">
                <a16:creationId xmlns:a16="http://schemas.microsoft.com/office/drawing/2014/main" id="{D857DDDE-9D63-4F2D-AEFF-EC4A6C1D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leftRightArrow</a:t>
            </a:r>
          </a:p>
        </p:txBody>
      </p:sp>
      <p:sp>
        <p:nvSpPr>
          <p:cNvPr id="24" name="preset-star5">
            <a:extLst xmlns:a="http://schemas.openxmlformats.org/drawingml/2006/main">
              <a:ext uri="{FF2B5EF4-FFF2-40B4-BE49-F238E27FC236}">
                <a16:creationId xmlns:a16="http://schemas.microsoft.com/office/drawing/2014/main" id="{5C10E198-453D-475C-95CB-2A69AE30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1314450" cy="10096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27B9D6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25" name="caption-star5">
            <a:extLst xmlns:a="http://schemas.openxmlformats.org/drawingml/2006/main">
              <a:ext uri="{FF2B5EF4-FFF2-40B4-BE49-F238E27FC236}">
                <a16:creationId xmlns:a16="http://schemas.microsoft.com/office/drawing/2014/main" id="{683DAABA-4B20-4BF0-B246-4E43DF32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48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star5</a:t>
            </a:r>
          </a:p>
        </p:txBody>
      </p:sp>
      <p:sp>
        <p:nvSpPr>
          <p:cNvPr id="26" name="preset-donut">
            <a:extLst xmlns:a="http://schemas.openxmlformats.org/drawingml/2006/main">
              <a:ext uri="{FF2B5EF4-FFF2-40B4-BE49-F238E27FC236}">
                <a16:creationId xmlns:a16="http://schemas.microsoft.com/office/drawing/2014/main" id="{5527EF69-8423-48F0-A541-63899AAD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314450" cy="1009650"/>
          </a:xfrm>
          <a:prstGeom xmlns:a="http://schemas.openxmlformats.org/drawingml/2006/main" prst="donut">
            <a:avLst/>
          </a:prstGeom>
          <a:solidFill xmlns:a="http://schemas.openxmlformats.org/drawingml/2006/main">
            <a:srgbClr val="E6A117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27" name="caption-donut">
            <a:extLst xmlns:a="http://schemas.openxmlformats.org/drawingml/2006/main">
              <a:ext uri="{FF2B5EF4-FFF2-40B4-BE49-F238E27FC236}">
                <a16:creationId xmlns:a16="http://schemas.microsoft.com/office/drawing/2014/main" id="{E3C0D93F-1342-4369-97DC-4884D84E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48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donut</a:t>
            </a:r>
          </a:p>
        </p:txBody>
      </p:sp>
      <p:sp>
        <p:nvSpPr>
          <p:cNvPr id="28" name="preset-pie">
            <a:extLst xmlns:a="http://schemas.openxmlformats.org/drawingml/2006/main">
              <a:ext uri="{FF2B5EF4-FFF2-40B4-BE49-F238E27FC236}">
                <a16:creationId xmlns:a16="http://schemas.microsoft.com/office/drawing/2014/main" id="{B8FDEF42-36EE-4380-9B89-EAEAC31A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314450" cy="1009650"/>
          </a:xfrm>
          <a:prstGeom xmlns:a="http://schemas.openxmlformats.org/drawingml/2006/main" prst="pie">
            <a:avLst/>
          </a:prstGeom>
          <a:solidFill xmlns:a="http://schemas.openxmlformats.org/drawingml/2006/main">
            <a:srgbClr val="246BCE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29" name="caption-pie">
            <a:extLst xmlns:a="http://schemas.openxmlformats.org/drawingml/2006/main">
              <a:ext uri="{FF2B5EF4-FFF2-40B4-BE49-F238E27FC236}">
                <a16:creationId xmlns:a16="http://schemas.microsoft.com/office/drawing/2014/main" id="{47389715-9E31-4168-A573-8CAC62CE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pie</a:t>
            </a:r>
          </a:p>
        </p:txBody>
      </p:sp>
      <p:sp>
        <p:nvSpPr>
          <p:cNvPr id="30" name="preset-heart">
            <a:extLst xmlns:a="http://schemas.openxmlformats.org/drawingml/2006/main">
              <a:ext uri="{FF2B5EF4-FFF2-40B4-BE49-F238E27FC236}">
                <a16:creationId xmlns:a16="http://schemas.microsoft.com/office/drawing/2014/main" id="{999D5E2B-3BCC-4E1E-9A71-E5DE1124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57700"/>
            <a:ext cx="1314450" cy="1009650"/>
          </a:xfrm>
          <a:prstGeom xmlns:a="http://schemas.openxmlformats.org/drawingml/2006/main" prst="heart">
            <a:avLst/>
          </a:prstGeom>
          <a:solidFill xmlns:a="http://schemas.openxmlformats.org/drawingml/2006/main">
            <a:srgbClr val="E76F3C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31" name="caption-heart">
            <a:extLst xmlns:a="http://schemas.openxmlformats.org/drawingml/2006/main">
              <a:ext uri="{FF2B5EF4-FFF2-40B4-BE49-F238E27FC236}">
                <a16:creationId xmlns:a16="http://schemas.microsoft.com/office/drawing/2014/main" id="{7BB5678F-A216-44FB-8FA4-5B3F773B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heart</a:t>
            </a:r>
          </a:p>
        </p:txBody>
      </p:sp>
      <p:sp>
        <p:nvSpPr>
          <p:cNvPr id="32" name="preset-flowChartTerminator">
            <a:extLst xmlns:a="http://schemas.openxmlformats.org/drawingml/2006/main">
              <a:ext uri="{FF2B5EF4-FFF2-40B4-BE49-F238E27FC236}">
                <a16:creationId xmlns:a16="http://schemas.microsoft.com/office/drawing/2014/main" id="{DF239677-5CA2-4CB4-A9F4-0EDBA0B1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1314450" cy="1009650"/>
          </a:xfrm>
          <a:prstGeom xmlns:a="http://schemas.openxmlformats.org/drawingml/2006/main" prst="flowChartTerminator">
            <a:avLst/>
          </a:prstGeom>
          <a:solidFill xmlns:a="http://schemas.openxmlformats.org/drawingml/2006/main">
            <a:srgbClr val="1E9E68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33" name="caption-flowChartTerminator">
            <a:extLst xmlns:a="http://schemas.openxmlformats.org/drawingml/2006/main">
              <a:ext uri="{FF2B5EF4-FFF2-40B4-BE49-F238E27FC236}">
                <a16:creationId xmlns:a16="http://schemas.microsoft.com/office/drawing/2014/main" id="{659CA737-652A-4954-B160-8F92802B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flowChartTerminator</a:t>
            </a:r>
          </a:p>
        </p:txBody>
      </p:sp>
      <p:sp>
        <p:nvSpPr>
          <p:cNvPr id="34" name="preset-flowChartDocument">
            <a:extLst xmlns:a="http://schemas.openxmlformats.org/drawingml/2006/main">
              <a:ext uri="{FF2B5EF4-FFF2-40B4-BE49-F238E27FC236}">
                <a16:creationId xmlns:a16="http://schemas.microsoft.com/office/drawing/2014/main" id="{41468AA5-3B2C-44CE-9EBB-BADBDA64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57700"/>
            <a:ext cx="1314450" cy="10096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7656C9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35" name="caption-flowChartDocument">
            <a:extLst xmlns:a="http://schemas.openxmlformats.org/drawingml/2006/main">
              <a:ext uri="{FF2B5EF4-FFF2-40B4-BE49-F238E27FC236}">
                <a16:creationId xmlns:a16="http://schemas.microsoft.com/office/drawing/2014/main" id="{87DA6F0A-9D19-4A3A-926A-F2554C29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245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flowChartDocument</a:t>
            </a:r>
          </a:p>
        </p:txBody>
      </p:sp>
      <p:sp>
        <p:nvSpPr>
          <p:cNvPr id="36" name="preset-cube">
            <a:extLst xmlns:a="http://schemas.openxmlformats.org/drawingml/2006/main">
              <a:ext uri="{FF2B5EF4-FFF2-40B4-BE49-F238E27FC236}">
                <a16:creationId xmlns:a16="http://schemas.microsoft.com/office/drawing/2014/main" id="{F0FE0620-014B-4699-844D-AF86B259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57700"/>
            <a:ext cx="1314450" cy="100965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27B9D6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37" name="caption-cube">
            <a:extLst xmlns:a="http://schemas.openxmlformats.org/drawingml/2006/main">
              <a:ext uri="{FF2B5EF4-FFF2-40B4-BE49-F238E27FC236}">
                <a16:creationId xmlns:a16="http://schemas.microsoft.com/office/drawing/2014/main" id="{3B2FD6B1-501E-4197-B276-D368270A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245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cube</a:t>
            </a:r>
          </a:p>
        </p:txBody>
      </p:sp>
      <p:sp>
        <p:nvSpPr>
          <p:cNvPr id="38" name="preset-can">
            <a:extLst xmlns:a="http://schemas.openxmlformats.org/drawingml/2006/main">
              <a:ext uri="{FF2B5EF4-FFF2-40B4-BE49-F238E27FC236}">
                <a16:creationId xmlns:a16="http://schemas.microsoft.com/office/drawing/2014/main" id="{829767E5-2194-464C-A487-4C6EC6E2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57700"/>
            <a:ext cx="1314450" cy="10096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6A117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39" name="caption-can">
            <a:extLst xmlns:a="http://schemas.openxmlformats.org/drawingml/2006/main">
              <a:ext uri="{FF2B5EF4-FFF2-40B4-BE49-F238E27FC236}">
                <a16:creationId xmlns:a16="http://schemas.microsoft.com/office/drawing/2014/main" id="{B106C3C1-E9BB-4421-A44B-7C214C72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5245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can</a:t>
            </a:r>
          </a:p>
        </p:txBody>
      </p:sp>
    </p:spTree>
    <p:extLst>
      <p:ext uri="{BB962C8B-B14F-4D97-AF65-F5344CB8AC3E}">
        <p14:creationId xmlns:p14="http://schemas.microsoft.com/office/powerpoint/2010/main" val="13047227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430EAB6-B7C8-4DA1-BFCA-A034AE1F9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Custom freeform paths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235A53-7A2C-40C5-A19F-42A2C305D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CORE-11-label">
            <a:extLst xmlns:a="http://schemas.openxmlformats.org/drawingml/2006/main">
              <a:ext uri="{FF2B5EF4-FFF2-40B4-BE49-F238E27FC236}">
                <a16:creationId xmlns:a16="http://schemas.microsoft.com/office/drawing/2014/main" id="{ABB7B019-CC6C-4A0D-A13E-A02D1544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CORE-11</a:t>
            </a:r>
          </a:p>
        </p:txBody>
      </p:sp>
      <p:sp>
        <p:nvSpPr>
          <p:cNvPr id="4" name="custom-zigzag">
            <a:extLst xmlns:a="http://schemas.openxmlformats.org/drawingml/2006/main">
              <a:ext uri="{FF2B5EF4-FFF2-40B4-BE49-F238E27FC236}">
                <a16:creationId xmlns:a16="http://schemas.microsoft.com/office/drawing/2014/main" id="{568BD850-5AC0-4835-A93E-2E48B4A0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4000500" cy="2857500"/>
          </a:xfrm>
          <a:custGeom xmlns:a="http://schemas.openxmlformats.org/drawingml/2006/main">
            <a:pathLst>
              <a:path w="4000500" h="2857500">
                <a:moveTo>
                  <a:pt x="190500" y="381000"/>
                </a:moveTo>
                <a:lnTo>
                  <a:pt x="2095500" y="95250"/>
                </a:lnTo>
                <a:lnTo>
                  <a:pt x="3714750" y="1047750"/>
                </a:lnTo>
                <a:lnTo>
                  <a:pt x="2381250" y="2762250"/>
                </a:lnTo>
                <a:lnTo>
                  <a:pt x="381000" y="2286000"/>
                </a:lnTo>
                <a:close/>
              </a:path>
            </a:pathLst>
          </a:custGeom>
          <a:solidFill xmlns:a="http://schemas.openxmlformats.org/drawingml/2006/main">
            <a:srgbClr val="246BCE">
              <a:alpha val="70000"/>
            </a:srgbClr>
          </a:solidFill>
          <a:ln xmlns:a="http://schemas.openxmlformats.org/drawingml/2006/main" w="38100">
            <a:solidFill>
              <a:srgbClr val="10243E"/>
            </a:solidFill>
            <a:prstDash val="solid"/>
          </a:ln>
        </p:spPr>
      </p:sp>
      <p:sp>
        <p:nvSpPr>
          <p:cNvPr id="5" name="custom-open-path">
            <a:extLst xmlns:a="http://schemas.openxmlformats.org/drawingml/2006/main">
              <a:ext uri="{FF2B5EF4-FFF2-40B4-BE49-F238E27FC236}">
                <a16:creationId xmlns:a16="http://schemas.microsoft.com/office/drawing/2014/main" id="{E54057C6-49A2-4DDA-8AEF-C08270A4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0000">
            <a:off x="6572250" y="1428750"/>
            <a:ext cx="4000500" cy="2857500"/>
          </a:xfrm>
          <a:custGeom xmlns:a="http://schemas.openxmlformats.org/drawingml/2006/main">
            <a:pathLst>
              <a:path w="4000500" h="2857500">
                <a:moveTo>
                  <a:pt x="190500" y="2381250"/>
                </a:moveTo>
                <a:lnTo>
                  <a:pt x="1143000" y="666750"/>
                </a:lnTo>
                <a:lnTo>
                  <a:pt x="2286000" y="2190750"/>
                </a:lnTo>
                <a:lnTo>
                  <a:pt x="381000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D64545"/>
            </a:solidFill>
            <a:prstDash val="dash"/>
          </a:ln>
        </p:spPr>
      </p:sp>
      <p:sp>
        <p:nvSpPr>
          <p:cNvPr id="6" name="caption-closed custom path">
            <a:extLst xmlns:a="http://schemas.openxmlformats.org/drawingml/2006/main">
              <a:ext uri="{FF2B5EF4-FFF2-40B4-BE49-F238E27FC236}">
                <a16:creationId xmlns:a16="http://schemas.microsoft.com/office/drawing/2014/main" id="{5086E60B-4155-4028-8B6B-FEFED041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closed custom path</a:t>
            </a:r>
          </a:p>
        </p:txBody>
      </p:sp>
      <p:sp>
        <p:nvSpPr>
          <p:cNvPr id="7" name="caption-open custom path · 13°">
            <a:extLst xmlns:a="http://schemas.openxmlformats.org/drawingml/2006/main">
              <a:ext uri="{FF2B5EF4-FFF2-40B4-BE49-F238E27FC236}">
                <a16:creationId xmlns:a16="http://schemas.microsoft.com/office/drawing/2014/main" id="{9D0E8B2F-CA10-4D45-B0C0-48131B6D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open custom path · 13°</a:t>
            </a:r>
          </a:p>
        </p:txBody>
      </p:sp>
    </p:spTree>
    <p:extLst>
      <p:ext uri="{BB962C8B-B14F-4D97-AF65-F5344CB8AC3E}">
        <p14:creationId xmlns:p14="http://schemas.microsoft.com/office/powerpoint/2010/main" val="1077533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430EAB6-B7C8-4DA1-BFCA-A034AE1F9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Picture crops and masks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235A53-7A2C-40C5-A19F-42A2C305D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CORE-12-label">
            <a:extLst xmlns:a="http://schemas.openxmlformats.org/drawingml/2006/main">
              <a:ext uri="{FF2B5EF4-FFF2-40B4-BE49-F238E27FC236}">
                <a16:creationId xmlns:a16="http://schemas.microsoft.com/office/drawing/2014/main" id="{8746E3BB-37DB-46B8-A58F-46CFD3CF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CORE-12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5b31e2e5a48fc">
            <a:extLst>
              <a:ext uri="{96DAC541-7B7A-43D3-8B79-37D633B846F1}">
                <asvg:svgBlip xmlns:asvg="http://schemas.microsoft.com/office/drawing/2016/SVG/main" r:embed="Rc5478f298a814f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219200"/>
            <a:ext cx="2571750" cy="1619250"/>
          </a:xfrm>
          <a:prstGeom xmlns:a="http://schemas.openxmlformats.org/drawingml/2006/main" prst="rect">
            <a:avLst/>
          </a:prstGeom>
        </p:spPr>
      </p:pic>
      <p:sp>
        <p:nvSpPr>
          <p:cNvPr id="5" name="caption-plain">
            <a:extLst xmlns:a="http://schemas.openxmlformats.org/drawingml/2006/main">
              <a:ext uri="{FF2B5EF4-FFF2-40B4-BE49-F238E27FC236}">
                <a16:creationId xmlns:a16="http://schemas.microsoft.com/office/drawing/2014/main" id="{DA4B8F34-06F8-4690-924C-BE514490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plain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2b362faaf41fb">
            <a:extLst>
              <a:ext uri="{96DAC541-7B7A-43D3-8B79-37D633B846F1}">
                <asvg:svgBlip xmlns:asvg="http://schemas.microsoft.com/office/drawing/2016/SVG/main" r:embed="R63649b778a1c4bc2"/>
              </a:ext>
            </a:extLst>
          </a:blip>
          <a:srcRect xmlns:a="http://schemas.openxmlformats.org/drawingml/2006/main" l="25000" t="0" r="12000" b="0"/>
          <a:stretch xmlns:a="http://schemas.openxmlformats.org/drawingml/2006/main"/>
        </p:blipFill>
        <p:spPr>
          <a:xfrm xmlns:a="http://schemas.openxmlformats.org/drawingml/2006/main">
            <a:off x="3552825" y="1219200"/>
            <a:ext cx="2000250" cy="1619250"/>
          </a:xfrm>
          <a:prstGeom xmlns:a="http://schemas.openxmlformats.org/drawingml/2006/main" prst="rect">
            <a:avLst/>
          </a:prstGeom>
        </p:spPr>
      </p:pic>
      <p:sp>
        <p:nvSpPr>
          <p:cNvPr id="7" name="caption-crop-left-right">
            <a:extLst xmlns:a="http://schemas.openxmlformats.org/drawingml/2006/main">
              <a:ext uri="{FF2B5EF4-FFF2-40B4-BE49-F238E27FC236}">
                <a16:creationId xmlns:a16="http://schemas.microsoft.com/office/drawing/2014/main" id="{C5FE3081-FD4E-4DE7-99B0-492BD721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09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crop-left-right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a467889374434">
            <a:extLst>
              <a:ext uri="{96DAC541-7B7A-43D3-8B79-37D633B846F1}">
                <asvg:svgBlip xmlns:asvg="http://schemas.microsoft.com/office/drawing/2016/SVG/main" r:embed="R1885966bd7344cff"/>
              </a:ext>
            </a:extLst>
          </a:blip>
          <a:srcRect xmlns:a="http://schemas.openxmlformats.org/drawingml/2006/main" l="8000" t="18000" r="23000" b="7000"/>
          <a:stretch xmlns:a="http://schemas.openxmlformats.org/drawingml/2006/main"/>
        </p:blipFill>
        <p:spPr>
          <a:xfrm xmlns:a="http://schemas.openxmlformats.org/drawingml/2006/main" rot="-660000">
            <a:off x="5848350" y="1219200"/>
            <a:ext cx="2286000" cy="1619250"/>
          </a:xfrm>
          <a:prstGeom xmlns:a="http://schemas.openxmlformats.org/drawingml/2006/main" prst="roundRect">
            <a:avLst>
              <a:gd name="adj" fmla="val 16471"/>
            </a:avLst>
          </a:prstGeom>
        </p:spPr>
      </p:pic>
      <p:sp>
        <p:nvSpPr>
          <p:cNvPr id="9" name="caption-crop-asymmetric">
            <a:extLst xmlns:a="http://schemas.openxmlformats.org/drawingml/2006/main">
              <a:ext uri="{FF2B5EF4-FFF2-40B4-BE49-F238E27FC236}">
                <a16:creationId xmlns:a16="http://schemas.microsoft.com/office/drawing/2014/main" id="{D51E6ECD-F58E-4889-91D3-08B61D7D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09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crop-asymmetric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77c03184a41b8">
            <a:extLst>
              <a:ext uri="{96DAC541-7B7A-43D3-8B79-37D633B846F1}">
                <asvg:svgBlip xmlns:asvg="http://schemas.microsoft.com/office/drawing/2016/SVG/main" r:embed="R2ba7be92855b4401"/>
              </a:ext>
            </a:extLst>
          </a:blip>
          <a:srcRect xmlns:a="http://schemas.openxmlformats.org/drawingml/2006/main" l="16000" t="0" r="16000" b="0"/>
          <a:stretch xmlns:a="http://schemas.openxmlformats.org/drawingml/2006/main"/>
        </p:blipFill>
        <p:spPr>
          <a:xfrm xmlns:a="http://schemas.openxmlformats.org/drawingml/2006/main">
            <a:off x="8429625" y="1219200"/>
            <a:ext cx="1714500" cy="1714500"/>
          </a:xfrm>
          <a:prstGeom xmlns:a="http://schemas.openxmlformats.org/drawingml/2006/main" prst="ellipse">
            <a:avLst/>
          </a:prstGeom>
        </p:spPr>
      </p:pic>
      <p:sp>
        <p:nvSpPr>
          <p:cNvPr id="11" name="caption-circle">
            <a:extLst xmlns:a="http://schemas.openxmlformats.org/drawingml/2006/main">
              <a:ext uri="{FF2B5EF4-FFF2-40B4-BE49-F238E27FC236}">
                <a16:creationId xmlns:a16="http://schemas.microsoft.com/office/drawing/2014/main" id="{B0F5F78F-D930-4422-B1BC-B03E45BC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circle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15e0fdf7d4f62">
            <a:extLst>
              <a:ext uri="{96DAC541-7B7A-43D3-8B79-37D633B846F1}">
                <asvg:svgBlip xmlns:asvg="http://schemas.microsoft.com/office/drawing/2016/SVG/main" r:embed="R918bbcef1c1847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 flipH="1" flipV="1">
            <a:off x="2762250" y="3905250"/>
            <a:ext cx="590550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caption-both flips · contain">
            <a:extLst xmlns:a="http://schemas.openxmlformats.org/drawingml/2006/main">
              <a:ext uri="{FF2B5EF4-FFF2-40B4-BE49-F238E27FC236}">
                <a16:creationId xmlns:a16="http://schemas.microsoft.com/office/drawing/2014/main" id="{3F2B8277-C42B-481E-B0D2-55585CDD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2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both flips · contain</a:t>
            </a:r>
          </a:p>
        </p:txBody>
      </p:sp>
    </p:spTree>
    <p:extLst>
      <p:ext uri="{BB962C8B-B14F-4D97-AF65-F5344CB8AC3E}">
        <p14:creationId xmlns:p14="http://schemas.microsoft.com/office/powerpoint/2010/main" val="11955722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430EAB6-B7C8-4DA1-BFCA-A034AE1F9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Native table geometry and cell formatting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4235A53-7A2C-40C5-A19F-42A2C305D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CORE-13-label">
            <a:extLst xmlns:a="http://schemas.openxmlformats.org/drawingml/2006/main">
              <a:ext uri="{FF2B5EF4-FFF2-40B4-BE49-F238E27FC236}">
                <a16:creationId xmlns:a16="http://schemas.microsoft.com/office/drawing/2014/main" id="{5B081ADA-0404-4030-8670-9A41C0EE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1428750"/>
          <a:ext xmlns:a="http://schemas.openxmlformats.org/drawingml/2006/main" cx="10477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571750"/>
                <a:gridCol w="2857500"/>
                <a:gridCol w="3238500"/>
              </a:tblGrid>
              <a:tr h="609600">
                <a:tc gridSpan="3"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Merged header</a:t>
                      </a:r>
                    </a:p>
                  </a:txBody>
                  <a:tcPr marL="91440" marR="91440" marT="45720" marB="45720" anchor="ctr">
                    <a:solidFill>
                      <a:srgbClr val="1024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024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10243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033"/>
                          </a:solidFill>
                          <a:latin typeface="Arial"/>
                          <a:ea typeface="Arial"/>
                          <a:cs typeface="Arial"/>
                        </a:rPr>
                        <a:t>A1</a:t>
                      </a:r>
                    </a:p>
                  </a:txBody>
                  <a:tcPr marL="95250" marR="171450" marT="76200" marB="1333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033"/>
                          </a:solidFill>
                          <a:latin typeface="Arial"/>
                          <a:ea typeface="Arial"/>
                          <a:cs typeface="Arial"/>
                        </a:rPr>
                        <a:t>B1</a:t>
                      </a:r>
                    </a:p>
                  </a:txBody>
                  <a:tcPr marL="95250" marR="171450" marT="76200" marB="133350"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033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</a:p>
                  </a:txBody>
                  <a:tcPr marL="95250" marR="171450" marT="76200" marB="1333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033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95250" marR="171450" marT="76200" marB="133350" anchor="ctr"/>
                </a:tc>
              </a:tr>
              <a:tr h="1200150">
                <a:tc rowSpan="2" gridSpan="2"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033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95250" marR="171450" marT="76200" marB="133350" anchor="ctr"/>
                </a:tc>
                <a:tc hMerge="1" vMerge="0"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033"/>
                          </a:solidFill>
                          <a:latin typeface="Arial"/>
                          <a:ea typeface="Arial"/>
                          <a:cs typeface="Arial"/>
                        </a:rPr>
                        <a:t>B2 with longer wrapping text</a:t>
                      </a:r>
                    </a:p>
                  </a:txBody>
                  <a:tcPr marL="95250" marR="171450" marT="76200" marB="1333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033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marL="95250" marR="171450" marT="76200" marB="133350" anchor="ctr">
                    <a:gradFill>
                      <a:gsLst>
                        <a:gs pos="0">
                          <a:srgbClr val="FFF4E6"/>
                        </a:gs>
                        <a:gs pos="100000">
                          <a:srgbClr val="F7D4C3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033"/>
                          </a:solidFill>
                          <a:latin typeface="Arial"/>
                          <a:ea typeface="Arial"/>
                          <a:cs typeface="Arial"/>
                        </a:rPr>
                        <a:t>D2</a:t>
                      </a:r>
                    </a:p>
                  </a:txBody>
                  <a:tcPr marL="95250" marR="171450" marT="76200" marB="133350" anchor="ctr">
                    <a:solidFill>
                      <a:srgbClr val="DFF3E9"/>
                    </a:solidFill>
                  </a:tcPr>
                </a:tc>
              </a:tr>
              <a:tr h="1428750">
                <a:tc hMerge="0" vMerge="1"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033"/>
                          </a:solidFill>
                          <a:latin typeface="Arial"/>
                          <a:ea typeface="Arial"/>
                          <a:cs typeface="Arial"/>
                        </a:rPr>
                        <a:t>Merged 2×2</a:t>
                      </a:r>
                    </a:p>
                  </a:txBody>
                  <a:tcPr marL="95250" marR="171450" marT="76200" marB="133350" anchor="ctr"/>
                </a:tc>
                <a:tc hMerge="1" vMerge="1"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033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5250" marR="171450" marT="76200" marB="1333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033"/>
                          </a:solidFill>
                          <a:latin typeface="Arial"/>
                          <a:ea typeface="Arial"/>
                          <a:cs typeface="Arial"/>
                        </a:rPr>
                        <a:t>C3</a:t>
                      </a:r>
                    </a:p>
                  </a:txBody>
                  <a:tcPr marL="95250" marR="171450" marT="76200" marB="13335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033"/>
                          </a:solidFill>
                          <a:latin typeface="Arial"/>
                          <a:ea typeface="Arial"/>
                          <a:cs typeface="Arial"/>
                        </a:rPr>
                        <a:t>D3</a:t>
                      </a:r>
                    </a:p>
                  </a:txBody>
                  <a:tcPr marL="95250" marR="171450" marT="76200" marB="1333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1834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E0CE53D-AE79-43F0-BDF4-CF53272F32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Integrated composition with inherited layout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D99C01F-FC7C-42B5-975D-18E1AE6E9DC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D0DD"/>
            </a:solidFill>
            <a:prstDash val="solid"/>
          </a:ln>
        </p:spPr>
        <p:txBody>
          <a:bodyPr xmlns:a="http://schemas.openxmlformats.org/drawingml/2006/main" lIns="190500" tIns="152400" rIns="190500" bIns="15240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CORE-14-label">
            <a:extLst xmlns:a="http://schemas.openxmlformats.org/drawingml/2006/main">
              <a:ext uri="{FF2B5EF4-FFF2-40B4-BE49-F238E27FC236}">
                <a16:creationId xmlns:a16="http://schemas.microsoft.com/office/drawing/2014/main" id="{5812F118-B2DF-4D82-BA40-BC959D15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CORE-14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50943d70946c3">
            <a:extLst>
              <a:ext uri="{96DAC541-7B7A-43D3-8B79-37D633B846F1}">
                <asvg:svgBlip xmlns:asvg="http://schemas.microsoft.com/office/drawing/2016/SVG/main" r:embed="Rc1370d9d28f84dbe"/>
              </a:ext>
            </a:extLst>
          </a:blip>
          <a:srcRect xmlns:a="http://schemas.openxmlformats.org/drawingml/2006/main" l="12000" t="4000" r="20000" b="10000"/>
          <a:stretch xmlns:a="http://schemas.openxmlformats.org/drawingml/2006/main"/>
        </p:blipFill>
        <p:spPr>
          <a:xfrm xmlns:a="http://schemas.openxmlformats.org/drawingml/2006/main">
            <a:off x="1047750" y="1771650"/>
            <a:ext cx="4191000" cy="28575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5" name="integrated-headline">
            <a:extLst xmlns:a="http://schemas.openxmlformats.org/drawingml/2006/main">
              <a:ext uri="{FF2B5EF4-FFF2-40B4-BE49-F238E27FC236}">
                <a16:creationId xmlns:a16="http://schemas.microsoft.com/office/drawing/2014/main" id="{C072A3E1-5B78-4C4C-AA69-0D69ABEB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907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Inherited layout, native objects</a:t>
            </a:r>
          </a:p>
        </p:txBody>
      </p:sp>
      <p:sp>
        <p:nvSpPr>
          <p:cNvPr id="6" name="integrated-list">
            <a:extLst xmlns:a="http://schemas.openxmlformats.org/drawingml/2006/main">
              <a:ext uri="{FF2B5EF4-FFF2-40B4-BE49-F238E27FC236}">
                <a16:creationId xmlns:a16="http://schemas.microsoft.com/office/drawing/2014/main" id="{C023489E-D934-4BCA-8678-AAB6F969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813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>
            <a:noAutofit/>
          </a:bodyPr>
          <a:lstStyle xmlns:a="http://schemas.openxmlformats.org/drawingml/2006/main"/>
          <a:p xmlns:a="http://schemas.openxmlformats.org/drawingml/2006/main">
            <a:pPr marL="279400" indent="-152400">
              <a:buChar char="•"/>
              <a:defRPr sz="16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t>Asymmetric picture crop</a:t>
            </a:r>
          </a:p>
          <a:p xmlns:a="http://schemas.openxmlformats.org/drawingml/2006/main">
            <a:pPr marL="279400" indent="-152400">
              <a:buChar char="•"/>
              <a:defRPr sz="16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t>Theme-colored native geometry</a:t>
            </a:r>
          </a:p>
          <a:p xmlns:a="http://schemas.openxmlformats.org/drawingml/2006/main">
            <a:pPr marL="279400" indent="-152400">
              <a:buChar char="•"/>
              <a:defRPr sz="16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t>Mixed inherited and direct text</a:t>
            </a:r>
          </a:p>
        </p:txBody>
      </p:sp>
      <p:sp>
        <p:nvSpPr>
          <p:cNvPr id="7" name="integrated-start">
            <a:extLst xmlns:a="http://schemas.openxmlformats.org/drawingml/2006/main">
              <a:ext uri="{FF2B5EF4-FFF2-40B4-BE49-F238E27FC236}">
                <a16:creationId xmlns:a16="http://schemas.microsoft.com/office/drawing/2014/main" id="{993E2DA4-E9EF-4C27-96A7-DA580E22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53000"/>
            <a:ext cx="104775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" name="integrated-end">
            <a:extLst xmlns:a="http://schemas.openxmlformats.org/drawingml/2006/main">
              <a:ext uri="{FF2B5EF4-FFF2-40B4-BE49-F238E27FC236}">
                <a16:creationId xmlns:a16="http://schemas.microsoft.com/office/drawing/2014/main" id="{55D69CE0-158A-4892-A7AB-39AF01E1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57750"/>
            <a:ext cx="1428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cxnSp>
        <p:nvCxnSpPr>
          <p:cNvPr id="18" name=""/>
          <p:cNvCxnSpPr>
            <a:stCxn xmlns:a="http://schemas.openxmlformats.org/drawingml/2006/main" id="7" idx="6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296150" y="5238750"/>
            <a:ext cx="1885950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8100">
            <a:solidFill>
              <a:srgbClr val="27B9D6"/>
            </a:solidFill>
            <a:prstDash val="solid"/>
            <a:head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71081142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5="http://schemas.microsoft.com/office/drawing/2016/SVG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placeholder_1">
            <a:extLst>
              <a:ext uri="{FF2B5EF4-FFF2-40B4-BE49-F238E27FC236}">
                <ns2:creationId id="{6430EAB6-B7C8-4DA1-BFCA-A034AE1F96F8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Video crops, opacity, flips, and trimming</a:t>
            </a:r>
          </a:p>
        </p:txBody>
      </p:sp>
      <p:sp>
        <p:nvSpPr>
          <p:cNvPr id="2" name="placeholder_2">
            <a:extLst>
              <a:ext uri="{FF2B5EF4-FFF2-40B4-BE49-F238E27FC236}">
                <ns2:creationId id="{24235A53-7A2C-40C5-A19F-42A2C305D842}"/>
              </a:ext>
            </a:extLst>
          </p:cNvPr>
          <p:cNvSpPr>
            <a:spLocks noGrp="1"/>
          </p:cNvSpPr>
          <p:nvPr>
            <p:ph type="body" idx="0"/>
          </p:nvPr>
        </p:nvSpPr>
        <p:spPr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CORE-15-label">
            <a:extLst>
              <a:ext uri="{FF2B5EF4-FFF2-40B4-BE49-F238E27FC236}">
                <ns2:creationId id="{6CB6CDAD-0FC1-478B-8CD2-431DB7E2B0A5}"/>
              </a:ext>
            </a:extLst>
          </p:cNvPr>
          <p:cNvSpPr>
            <a:spLocks noGrp="1"/>
          </p:cNvSpPr>
          <p:nvPr/>
        </p:nvSpPr>
        <p:spPr>
          <a:xfrm>
            <a:off x="10363200" y="6419850"/>
            <a:ext cx="12573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CORE-15</a:t>
            </a:r>
          </a:p>
        </p:txBody>
      </p:sp>
      <p:pic>
        <p:nvPicPr>
          <p:cNvPr id="20" name=""/>
          <p:cNvPicPr>
            <a:picLocks noChangeAspect="1"/>
          </p:cNvPicPr>
          <p:nvPr>
            <a:videoFile r:link="rId1"/>
            <p:extLst>
              <p:ext uri="{DAA4B4D4-6D71-4841-9C94-3DE7FCFB9230}">
                <p14:media r:embed="rId2">
                  <p14:trim st="1250" end="750"/>
                </p14:media>
              </p:ext>
            </p:extLst>
          </p:nvPr>
        </p:nvPicPr>
        <p:blipFill>
          <a:blip r:embed="R12991e9f0f194741">
            <a:extLst>
              <a:ext uri="{96DAC541-7B7A-43D3-8B79-37D633B846F1}">
                <ns5:svgBlip r:embed="Rb02bebe046704775"/>
              </a:ext>
            </a:extLst>
          </a:blip>
          <a:srcRect l="22000" t="8000" r="12000" b="18000"/>
          <a:stretch/>
        </p:blipFill>
        <p:spPr>
          <a:xfrm>
            <a:off x="666750" y="1476375"/>
            <a:ext cx="2381250" cy="1809750"/>
          </a:xfrm>
          <a:prstGeom prst="rect">
            <a:avLst/>
          </a:prstGeom>
        </p:spPr>
      </p:pic>
      <p:sp>
        <p:nvSpPr>
          <p:cNvPr id="5" name="caption-crop">
            <a:extLst>
              <a:ext uri="{FF2B5EF4-FFF2-40B4-BE49-F238E27FC236}">
                <ns2:creationId id="{EAF7BA6D-28F8-4B01-A54C-389EB0C3CD66}"/>
              </a:ext>
            </a:extLst>
          </p:cNvPr>
          <p:cNvSpPr>
            <a:spLocks noGrp="1"/>
          </p:cNvSpPr>
          <p:nvPr/>
        </p:nvSpPr>
        <p:spPr>
          <a:xfrm>
            <a:off x="666750" y="341947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crop</a:t>
            </a:r>
          </a:p>
        </p:txBody>
      </p:sp>
      <p:sp>
        <p:nvSpPr>
          <p:cNvPr id="6" name="caption-trim 1.25s / 0.75s">
            <a:extLst>
              <a:ext uri="{FF2B5EF4-FFF2-40B4-BE49-F238E27FC236}">
                <ns2:creationId id="{ACA6F04F-AC41-4817-969F-24D5F9F24298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trim 1.25s / 0.75s</a:t>
            </a:r>
          </a:p>
        </p:txBody>
      </p:sp>
      <p:pic>
        <p:nvPicPr>
          <p:cNvPr id="23" name=""/>
          <p:cNvPicPr>
            <a:picLocks noChangeAspect="1"/>
          </p:cNvPicPr>
          <p:nvPr>
            <a:videoFile r:link="rId1"/>
            <p:extLst>
              <p:ext uri="{DAA4B4D4-6D71-4841-9C94-3DE7FCFB9230}">
                <p14:media r:embed="rId2">
                  <p14:trim st="500" end="500"/>
                </p14:media>
              </p:ext>
            </p:extLst>
          </p:nvPr>
        </p:nvPicPr>
        <p:blipFill>
          <a:blip r:embed="R881d530f7d2d4ce2">
            <a:extLst>
              <a:ext uri="{96DAC541-7B7A-43D3-8B79-37D633B846F1}">
                <ns5:svgBlip r:embed="R893ef575b6af4aac"/>
              </a:ext>
            </a:extLst>
          </a:blip>
          <a:srcRect l="16000" t="0" r="16000" b="0"/>
          <a:stretch/>
        </p:blipFill>
        <p:spPr>
          <a:xfrm>
            <a:off x="3524250" y="1476375"/>
            <a:ext cx="1809750" cy="1809750"/>
          </a:xfrm>
          <a:prstGeom prst="ellipse">
            <a:avLst/>
          </a:prstGeom>
        </p:spPr>
      </p:pic>
      <p:sp>
        <p:nvSpPr>
          <p:cNvPr id="8" name="caption-circle">
            <a:extLst>
              <a:ext uri="{FF2B5EF4-FFF2-40B4-BE49-F238E27FC236}">
                <ns2:creationId id="{5BC17759-8B7F-4DF4-A93D-AF5E5A60327B}"/>
              </a:ext>
            </a:extLst>
          </p:cNvPr>
          <p:cNvSpPr>
            <a:spLocks noGrp="1"/>
          </p:cNvSpPr>
          <p:nvPr/>
        </p:nvSpPr>
        <p:spPr>
          <a:xfrm>
            <a:off x="3524250" y="341947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circle</a:t>
            </a:r>
          </a:p>
        </p:txBody>
      </p:sp>
      <p:sp>
        <p:nvSpPr>
          <p:cNvPr id="9" name="caption-trim 0.5s / 0.5s">
            <a:extLst>
              <a:ext uri="{FF2B5EF4-FFF2-40B4-BE49-F238E27FC236}">
                <ns2:creationId id="{99C2B726-D882-440E-82ED-1D5EE5EB8976}"/>
              </a:ext>
            </a:extLst>
          </p:cNvPr>
          <p:cNvSpPr>
            <a:spLocks noGrp="1"/>
          </p:cNvSpPr>
          <p:nvPr/>
        </p:nvSpPr>
        <p:spPr>
          <a:xfrm>
            <a:off x="3524250" y="36671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trim 0.5s / 0.5s</a:t>
            </a:r>
          </a:p>
        </p:txBody>
      </p:sp>
      <p:pic>
        <p:nvPicPr>
          <p:cNvPr id="26" name=""/>
          <p:cNvPicPr>
            <a:picLocks noChangeAspect="1"/>
          </p:cNvPicPr>
          <p:nvPr>
            <a:videoFile r:link="rId1"/>
            <p:extLst>
              <p:ext uri="{DAA4B4D4-6D71-4841-9C94-3DE7FCFB9230}">
                <p14:media r:embed="rId2">
                  <p14:trim st="250" end="250"/>
                </p14:media>
              </p:ext>
            </p:extLst>
          </p:nvPr>
        </p:nvPicPr>
        <p:blipFill>
          <a:blip r:embed="R93e80f3477f04d5c">
            <a:extLst>
              <a:ext uri="{96DAC541-7B7A-43D3-8B79-37D633B846F1}">
                <ns5:svgBlip r:embed="R03894236e98f46a7"/>
              </a:ext>
            </a:extLst>
            <a:alphaModFix amt="45000"/>
          </a:blip>
          <a:srcRect l="0" t="0" r="0" b="0"/>
          <a:stretch/>
        </p:blipFill>
        <p:spPr>
          <a:xfrm>
            <a:off x="5905500" y="1476375"/>
            <a:ext cx="2381250" cy="1809750"/>
          </a:xfrm>
          <a:prstGeom prst="rect">
            <a:avLst/>
          </a:prstGeom>
        </p:spPr>
      </p:pic>
      <p:sp>
        <p:nvSpPr>
          <p:cNvPr id="11" name="caption-opacity">
            <a:extLst>
              <a:ext uri="{FF2B5EF4-FFF2-40B4-BE49-F238E27FC236}">
                <ns2:creationId id="{38F2284F-A82B-409A-BDA6-2D97C464BDBB}"/>
              </a:ext>
            </a:extLst>
          </p:cNvPr>
          <p:cNvSpPr>
            <a:spLocks noGrp="1"/>
          </p:cNvSpPr>
          <p:nvPr/>
        </p:nvSpPr>
        <p:spPr>
          <a:xfrm>
            <a:off x="5905500" y="341947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opacity</a:t>
            </a:r>
          </a:p>
        </p:txBody>
      </p:sp>
      <p:sp>
        <p:nvSpPr>
          <p:cNvPr id="12" name="caption-45% opacity · trim 0.25s">
            <a:extLst>
              <a:ext uri="{FF2B5EF4-FFF2-40B4-BE49-F238E27FC236}">
                <ns2:creationId id="{308DA11D-CBD4-4AF5-B8AA-0075E619958A}"/>
              </a:ext>
            </a:extLst>
          </p:cNvPr>
          <p:cNvSpPr>
            <a:spLocks noGrp="1"/>
          </p:cNvSpPr>
          <p:nvPr/>
        </p:nvSpPr>
        <p:spPr>
          <a:xfrm>
            <a:off x="5905500" y="366712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45% opacity · trim 0.25s</a:t>
            </a:r>
          </a:p>
        </p:txBody>
      </p:sp>
      <p:pic>
        <p:nvPicPr>
          <p:cNvPr id="29" name=""/>
          <p:cNvPicPr>
            <a:picLocks noChangeAspect="1"/>
          </p:cNvPicPr>
          <p:nvPr>
            <a:videoFile r:link="rId1"/>
            <p:extLst>
              <p:ext uri="{DAA4B4D4-6D71-4841-9C94-3DE7FCFB9230}">
                <p14:media r:embed="rId2">
                  <p14:trim st="1000" end="1000"/>
                </p14:media>
              </p:ext>
            </p:extLst>
          </p:nvPr>
        </p:nvPicPr>
        <p:blipFill>
          <a:blip r:embed="Reebc09e0716f4d01">
            <a:extLst>
              <a:ext uri="{96DAC541-7B7A-43D3-8B79-37D633B846F1}">
                <ns5:svgBlip r:embed="R2e5f6af6c7d8431c"/>
              </a:ext>
            </a:extLst>
          </a:blip>
          <a:srcRect l="8000" t="8000" r="8000" b="8000"/>
          <a:stretch/>
        </p:blipFill>
        <p:spPr>
          <a:xfrm flipH="1" flipV="1">
            <a:off x="8763000" y="1476375"/>
            <a:ext cx="2381250" cy="1809750"/>
          </a:xfrm>
          <a:prstGeom prst="rect">
            <a:avLst/>
          </a:prstGeom>
        </p:spPr>
      </p:pic>
      <p:sp>
        <p:nvSpPr>
          <p:cNvPr id="14" name="caption-flips">
            <a:extLst>
              <a:ext uri="{FF2B5EF4-FFF2-40B4-BE49-F238E27FC236}">
                <ns2:creationId id="{84A5DE3B-7A36-4FED-8C55-A794950F0D46}"/>
              </a:ext>
            </a:extLst>
          </p:cNvPr>
          <p:cNvSpPr>
            <a:spLocks noGrp="1"/>
          </p:cNvSpPr>
          <p:nvPr/>
        </p:nvSpPr>
        <p:spPr>
          <a:xfrm>
            <a:off x="8763000" y="341947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flips</a:t>
            </a:r>
          </a:p>
        </p:txBody>
      </p:sp>
      <p:sp>
        <p:nvSpPr>
          <p:cNvPr id="15" name="caption-H+V flip · trim 1s">
            <a:extLst>
              <a:ext uri="{FF2B5EF4-FFF2-40B4-BE49-F238E27FC236}">
                <ns2:creationId id="{5D48AA14-E578-46F6-920D-6F9A4E3E3F2A}"/>
              </a:ext>
            </a:extLst>
          </p:cNvPr>
          <p:cNvSpPr>
            <a:spLocks noGrp="1"/>
          </p:cNvSpPr>
          <p:nvPr/>
        </p:nvSpPr>
        <p:spPr>
          <a:xfrm>
            <a:off x="8763000" y="366712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H+V flip · trim 1s</a:t>
            </a:r>
          </a:p>
        </p:txBody>
      </p:sp>
      <p:sp>
        <p:nvSpPr>
          <p:cNvPr id="16" name="video-source-note">
            <a:extLst>
              <a:ext uri="{FF2B5EF4-FFF2-40B4-BE49-F238E27FC236}">
                <ns2:creationId id="{F24A6BB1-0905-489F-8A16-7C336440D7E9}"/>
              </a:ext>
            </a:extLst>
          </p:cNvPr>
          <p:cNvSpPr>
            <a:spLocks noGrp="1"/>
          </p:cNvSpPr>
          <p:nvPr/>
        </p:nvSpPr>
        <p:spPr>
          <a:xfrm>
            <a:off x="1714500" y="4857750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lIns="76200" tIns="57150" rIns="76200" bIns="57150">
            <a:noAutofit/>
          </a:bodyPr>
          <a:lstStyle/>
          <a:p>
            <a:pPr algn="ctr">
              <a:defRPr sz="142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B687A"/>
                </a:solidFill>
                <a:latin typeface="Arial"/>
                <a:ea typeface="Arial"/>
                <a:cs typeface="Arial"/>
              </a:rPr>
              <a:t>One embedded 6-second H.264 calibration clip; four independent native video shapes.</a:t>
            </a:r>
          </a:p>
        </p:txBody>
      </p:sp>
    </p:spTree>
    <p:extLst>
      <p:ext uri="{BB962C8B-B14F-4D97-AF65-F5344CB8AC3E}">
        <p14:creationId val="1516886412"/>
      </p:ext>
    </p:extLst>
  </p:cSld>
</p:sld>
</file>

<file path=ppt/theme/theme1.xml><?xml version="1.0" encoding="utf-8"?>
<a:theme xmlns:a="http://schemas.openxmlformats.org/drawingml/2006/main" name="ChatGPT">
  <a:themeElements>
    <a:clrScheme name="PPTX Import Fidelity">
      <a:dk1>
        <a:srgbClr val="000000"/>
      </a:dk1>
      <a:lt1>
        <a:srgbClr val="FFFFFF"/>
      </a:lt1>
      <a:dk2>
        <a:srgbClr val="10243E"/>
      </a:dk2>
      <a:lt2>
        <a:srgbClr val="E7ECF2"/>
      </a:lt2>
      <a:accent1>
        <a:srgbClr val="246BCE"/>
      </a:accent1>
      <a:accent2>
        <a:srgbClr val="E76F3C"/>
      </a:accent2>
      <a:accent3>
        <a:srgbClr val="1E9E68"/>
      </a:accent3>
      <a:accent4>
        <a:srgbClr val="7656C9"/>
      </a:accent4>
      <a:accent5>
        <a:srgbClr val="27B9D6"/>
      </a:accent5>
      <a:accent6>
        <a:srgbClr val="E6A11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PTX Import Fidelit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2026-09-12T20:54:41.8340000Z</dcterms:created>
  <dcterms:modified xsi:type="dcterms:W3CDTF">2026-09-12T20:54:41.8340000Z</dcterms:modified>
</coreProperties>
</file>