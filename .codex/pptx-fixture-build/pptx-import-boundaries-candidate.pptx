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8df7ba58564759" /><Relationship Type="http://schemas.openxmlformats.org/officeDocument/2006/relationships/extended-properties" Target="/docProps/app.xml" Id="R2c548ff236f249b5" /><Relationship Type="http://schemas.openxmlformats.org/officeDocument/2006/relationships/officeDocument" Target="/ppt/presentation.xml" Id="Rf9122d6ccee5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c4e4fe6f048d5"/>
  </p:sldMasterIdLst>
  <p:notesMasterIdLst>
    <p:notesMasterId xmlns:r="http://schemas.openxmlformats.org/officeDocument/2006/relationships" r:id="Rc2fd40aec9804a98"/>
  </p:notesMasterIdLst>
  <p:sldIdLst>
    <p:sldId xmlns:r="http://schemas.openxmlformats.org/officeDocument/2006/relationships" id="256" r:id="R03268371a8d94836"/>
    <p:sldId xmlns:r="http://schemas.openxmlformats.org/officeDocument/2006/relationships" id="257" r:id="Re4379ccf10ae493b"/>
    <p:sldId xmlns:r="http://schemas.openxmlformats.org/officeDocument/2006/relationships" id="258" r:id="R2e12e4eafad24ec3"/>
    <p:sldId xmlns:r="http://schemas.openxmlformats.org/officeDocument/2006/relationships" id="259" r:id="Rff9ac9c81a404d11"/>
    <p:sldId xmlns:r="http://schemas.openxmlformats.org/officeDocument/2006/relationships" id="260" r:id="R070c2ed8a0bc46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2840442644b3a" /><Relationship Type="http://schemas.openxmlformats.org/officeDocument/2006/relationships/slideMaster" Target="/ppt/slideMasters/slideMaster1.xml" Id="R4a1c4e4fe6f048d5" /><Relationship Type="http://schemas.openxmlformats.org/officeDocument/2006/relationships/notesMaster" Target="/ppt/notesMasters/notesMaster1.xml" Id="Rc2fd40aec9804a98" /><Relationship Type="http://schemas.openxmlformats.org/officeDocument/2006/relationships/presProps" Target="/ppt/presProps.xml" Id="Rfdf7f42a1d5e482b" /><Relationship Type="http://schemas.openxmlformats.org/officeDocument/2006/relationships/tableStyles" Target="/ppt/tableStyles.xml" Id="Rb74117dbf18f4e23" /><Relationship Type="http://schemas.openxmlformats.org/officeDocument/2006/relationships/slide" Target="/ppt/slides/slide1.xml" Id="R03268371a8d94836" /><Relationship Type="http://schemas.openxmlformats.org/officeDocument/2006/relationships/slide" Target="/ppt/slides/slide2.xml" Id="Re4379ccf10ae493b" /><Relationship Type="http://schemas.openxmlformats.org/officeDocument/2006/relationships/slide" Target="/ppt/slides/slide3.xml" Id="R2e12e4eafad24ec3" /><Relationship Type="http://schemas.openxmlformats.org/officeDocument/2006/relationships/slide" Target="/ppt/slides/slide4.xml" Id="Rff9ac9c81a404d11" /><Relationship Type="http://schemas.openxmlformats.org/officeDocument/2006/relationships/slide" Target="/ppt/slides/slide5.xml" Id="R070c2ed8a0bc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110e5be3149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PTX Import Boundaries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Boundar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adcf80f59f4334" /><Relationship Type="http://schemas.openxmlformats.org/officeDocument/2006/relationships/notesMaster" Target="/ppt/notesMasters/notesMaster1.xml" Id="Rba7b59f59d2b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43b2fdd914b8f" /><Relationship Type="http://schemas.openxmlformats.org/officeDocument/2006/relationships/notesMaster" Target="/ppt/notesMasters/notesMaster1.xml" Id="Rd6282d24742c49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1ab32667c478a" /><Relationship Type="http://schemas.openxmlformats.org/officeDocument/2006/relationships/notesMaster" Target="/ppt/notesMasters/notesMaster1.xml" Id="Rd74c38341a5a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e10e95bc03408b" /><Relationship Type="http://schemas.openxmlformats.org/officeDocument/2006/relationships/notesMaster" Target="/ppt/notesMasters/notesMaster1.xml" Id="R89e13c08b89244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07bf5886fa411b" /><Relationship Type="http://schemas.openxmlformats.org/officeDocument/2006/relationships/notesMaster" Target="/ppt/notesMasters/notesMaster1.xml" Id="R24e7ea06804d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EDGE-01</a:t>
            </a:r>
          </a:p>
          <a:p xmlns:a="http://schemas.openxmlformats.org/drawingml/2006/main">
            <a:r>
              <a:t>EXPECTED: unsupported placeholder or future native chart</a:t>
            </a:r>
          </a:p>
          <a:p xmlns:a="http://schemas.openxmlformats.org/drawingml/2006/main">
            <a:r>
              <a:t>PURPOSE: Chart graphicFrame fallback behavior</a:t>
            </a:r>
          </a:p>
          <a:p xmlns:a="http://schemas.openxmlformats.org/drawingml/2006/main">
            <a:r>
              <a:t>OBJECTS: editable clustered column chart; legend; data labels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EDGE-02</a:t>
            </a:r>
          </a:p>
          <a:p xmlns:a="http://schemas.openxmlformats.org/drawingml/2006/main">
            <a:r>
              <a:t>EXPECTED: unsupported placeholders or future native charts</a:t>
            </a:r>
          </a:p>
          <a:p xmlns:a="http://schemas.openxmlformats.org/drawingml/2006/main">
            <a:r>
              <a:t>PURPOSE: Multiple chart families and paint order</a:t>
            </a:r>
          </a:p>
          <a:p xmlns:a="http://schemas.openxmlformats.org/drawingml/2006/main">
            <a:r>
              <a:t>OBJECTS: line chart; doughnut chart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EDGE-03</a:t>
            </a:r>
          </a:p>
          <a:p xmlns:a="http://schemas.openxmlformats.org/drawingml/2006/main">
            <a:r>
              <a:t>EXPECTED: approximation expected</a:t>
            </a:r>
          </a:p>
          <a:p xmlns:a="http://schemas.openxmlformats.org/drawingml/2006/main">
            <a:r>
              <a:t>PURPOSE: Shadow effects and text fill/outline simplification</a:t>
            </a:r>
          </a:p>
          <a:p xmlns:a="http://schemas.openxmlformats.org/drawingml/2006/main">
            <a:r>
              <a:t>OBJECTS: shadow-sm; shadow-md; shadow-xl; gradient outlined text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EDGE-04</a:t>
            </a:r>
          </a:p>
          <a:p xmlns:a="http://schemas.openxmlformats.org/drawingml/2006/main">
            <a:r>
              <a:t>EXPECTED: text preserved; link metadata may be dropped</a:t>
            </a:r>
          </a:p>
          <a:p xmlns:a="http://schemas.openxmlformats.org/drawingml/2006/main">
            <a:r>
              <a:t>PURPOSE: External hyperlink metadata versus visually identical text</a:t>
            </a:r>
          </a:p>
          <a:p xmlns:a="http://schemas.openxmlformats.org/drawingml/2006/main">
            <a:r>
              <a:t>OBJECTS: hyperlink-runs; plain-control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REF-ID: EDGE-05</a:t>
            </a:r>
          </a:p>
          <a:p xmlns:a="http://schemas.openxmlformats.org/drawingml/2006/main">
            <a:r>
              <a:t>EXPECTED: native if supported; otherwise explicit approximation warning</a:t>
            </a:r>
          </a:p>
          <a:p xmlns:a="http://schemas.openxmlformats.org/drawingml/2006/main">
            <a:r>
              <a:t>PURPOSE: Preset geometries likely to exercise rectangle approximation and warnings</a:t>
            </a:r>
          </a:p>
          <a:p xmlns:a="http://schemas.openxmlformats.org/drawingml/2006/main">
            <a:r>
              <a:t>OBJECTS: edge-preset-cloud; edge-preset-sun; edge-preset-moon; edge-preset-smileyFace; edge-preset-curvedDownArrow; edge-preset-leftCircularArrow; edge-preset-wedgeRoundRectCallout; edge-preset-cloudCallout; edge-preset-ribbon; edge-preset-irregularSeal1; edge-preset-flowChartMagneticDisk; edge-preset-actionButtonHome</a:t>
            </a:r>
          </a:p>
          <a:p xmlns:a="http://schemas.openxmlformats.org/drawingml/2006/main">
            <a:r>
              <a:t>AUTHORING: Generated with @oai/artifact-tool. Slide size 1280x720 CSS px = 13.333x7.5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b1bf27adc45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b7066a9a745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562ddb0ad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Calibration Stand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71500" y="990600"/>
            <a:ext cx="11049000" cy="52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alibration Altern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B56CF56-E67D-408A-BD76-94A1D83AF3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81050" y="1390650"/>
            <a:ext cx="106299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190500" tIns="152400" rIns="190500" bIns="15240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b5610387ba49ae" /><Relationship Type="http://schemas.openxmlformats.org/officeDocument/2006/relationships/slideLayout" Target="/ppt/slideLayouts/slideLayout1.xml" Id="R2c33cc6d146b4219" /><Relationship Type="http://schemas.openxmlformats.org/officeDocument/2006/relationships/slideLayout" Target="/ppt/slideLayouts/slideLayout2.xml" Id="Re73fb286ff9c4516" /><Relationship Type="http://schemas.openxmlformats.org/officeDocument/2006/relationships/slideLayout" Target="/ppt/slideLayouts/slideLayout3.xml" Id="R8cb2f85acfef41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3cc6d146b4219"/>
    <p:sldLayoutId xmlns:r="http://schemas.openxmlformats.org/officeDocument/2006/relationships" id="2147483650" r:id="Re73fb286ff9c4516"/>
    <p:sldLayoutId xmlns:r="http://schemas.openxmlformats.org/officeDocument/2006/relationships" id="2147483651" r:id="R8cb2f85acfef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PTX Import Boundaries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Boundar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0e92093cb464f" /><Relationship Type="http://schemas.openxmlformats.org/officeDocument/2006/relationships/chart" Target="/ppt/slides/charts/chart1.xml" Id="Rb873d7b570f14184" /><Relationship Type="http://schemas.openxmlformats.org/officeDocument/2006/relationships/notesSlide" Target="/ppt/notesSlides/notesSlide1.xml" Id="Ra24237e2480b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bd3921d528479b" /><Relationship Type="http://schemas.openxmlformats.org/officeDocument/2006/relationships/chart" Target="/ppt/slides/charts/chart2.xml" Id="Rf03be7c3032c419d" /><Relationship Type="http://schemas.openxmlformats.org/officeDocument/2006/relationships/chart" Target="/ppt/slides/charts/chart3.xml" Id="R3c38e08daa5d4f37" /><Relationship Type="http://schemas.openxmlformats.org/officeDocument/2006/relationships/notesSlide" Target="/ppt/notesSlides/notesSlide2.xml" Id="R8a16532a2aba41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46e1631f274fa6" /><Relationship Type="http://schemas.openxmlformats.org/officeDocument/2006/relationships/notesSlide" Target="/ppt/notesSlides/notesSlide3.xml" Id="R3293ace67b7b49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64fe91ffd45a7" /><Relationship Type="http://schemas.openxmlformats.org/officeDocument/2006/relationships/hyperlink" Target="https://example.com/pptx-import-reference" TargetMode="External" Id="R09a5c70f65a84d08" /><Relationship Type="http://schemas.openxmlformats.org/officeDocument/2006/relationships/notesSlide" Target="/ppt/notesSlides/notesSlide4.xml" Id="Rc30390ca24584e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eec5c47b074530" /><Relationship Type="http://schemas.openxmlformats.org/officeDocument/2006/relationships/notesSlide" Target="/ppt/notesSlides/notesSlide5.xml" Id="Rf22643eab577424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Editable native PowerPoint chart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2025</c:v>
          </c:tx>
          <c:spPr>
            <a:solidFill xmlns:a="http://schemas.openxmlformats.org/drawingml/2006/main">
              <a:srgbClr val="246BCE"/>
            </a:solidFill>
          </c:spPr>
          <c:cat>
            <c:strLit>
              <c:ptCount val="4"/>
              <c:pt idx="0">
                <c:v>Alpha</c:v>
              </c:pt>
              <c:pt idx="1">
                <c:v>Beta</c:v>
              </c:pt>
              <c:pt idx="2">
                <c:v>Gamma</c:v>
              </c:pt>
              <c:pt idx="3">
                <c:v>Delta</c:v>
              </c:pt>
            </c:strLit>
          </c:cat>
          <c:val>
            <c:numLit>
              <c:formatCode>General</c:formatCode>
              <c:ptCount val="4"/>
              <c:pt idx="0">
                <c:v>24</c:v>
              </c:pt>
              <c:pt idx="1">
                <c:v>41</c:v>
              </c:pt>
              <c:pt idx="2">
                <c:v>33</c:v>
              </c:pt>
              <c:pt idx="3">
                <c:v>52</c:v>
              </c:pt>
            </c:numLit>
          </c:val>
        </c:ser>
        <c:ser>
          <c:idx val="1"/>
          <c:order val="1"/>
          <c:tx>
            <c:v>2026</c:v>
          </c:tx>
          <c:spPr>
            <a:solidFill xmlns:a="http://schemas.openxmlformats.org/drawingml/2006/main">
              <a:srgbClr val="E76F3C"/>
            </a:solidFill>
          </c:spPr>
          <c:cat>
            <c:strLit>
              <c:ptCount val="4"/>
              <c:pt idx="0">
                <c:v>Alpha</c:v>
              </c:pt>
              <c:pt idx="1">
                <c:v>Beta</c:v>
              </c:pt>
              <c:pt idx="2">
                <c:v>Gamma</c:v>
              </c:pt>
              <c:pt idx="3">
                <c:v>Delta</c:v>
              </c:pt>
            </c:strLit>
          </c:cat>
          <c:val>
            <c:numLit>
              <c:formatCode>General</c:formatCode>
              <c:ptCount val="4"/>
              <c:pt idx="0">
                <c:v>31</c:v>
              </c:pt>
              <c:pt idx="1">
                <c:v>46</c:v>
              </c:pt>
              <c:pt idx="2">
                <c:v>44</c:v>
              </c:pt>
              <c:pt idx="3">
                <c:v>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4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0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8FA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8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7D0DD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Signal</c:v>
          </c:tx>
          <c:spPr>
            <a:ln xmlns:a="http://schemas.openxmlformats.org/drawingml/2006/main" w="38100">
              <a:solidFill>
                <a:srgbClr val="1E9E68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E9E68"/>
              </a:solidFill>
            </c:spPr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0%</c:formatCode>
              <c:ptCount val="4"/>
              <c:pt idx="0">
                <c:v>0.22</c:v>
              </c:pt>
              <c:pt idx="1">
                <c:v>0.38</c:v>
              </c:pt>
              <c:pt idx="2">
                <c:v>0.34</c:v>
              </c:pt>
              <c:pt idx="3">
                <c:v>0.57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42033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0D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Share</c:v>
          </c:tx>
          <c:dPt>
            <c:idx val="0"/>
            <c:spPr>
              <a:solidFill xmlns:a="http://schemas.openxmlformats.org/drawingml/2006/main">
                <a:srgbClr val="246BCE"/>
              </a:solidFill>
            </c:spPr>
          </c:dPt>
          <c:dPt>
            <c:idx val="1"/>
            <c:spPr>
              <a:solidFill xmlns:a="http://schemas.openxmlformats.org/drawingml/2006/main">
                <a:srgbClr val="E76F3C"/>
              </a:solidFill>
            </c:spPr>
          </c:dPt>
          <c:dPt>
            <c:idx val="2"/>
            <c:spPr>
              <a:solidFill xmlns:a="http://schemas.openxmlformats.org/drawingml/2006/main">
                <a:srgbClr val="D64545"/>
              </a:solidFill>
            </c:spPr>
          </c:dPt>
          <c:cat>
            <c:strLit>
              <c:ptCount val="3"/>
              <c:pt idx="0">
                <c:v>Native</c:v>
              </c:pt>
              <c:pt idx="1">
                <c:v>Fallback</c:v>
              </c:pt>
              <c:pt idx="2">
                <c:v>Missing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23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42033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5"/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8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FED4DA9-444E-4CA4-9BAB-94868C5B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Native column chart — expected fallback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EDGE-01-label">
            <a:extLst xmlns:a="http://schemas.openxmlformats.org/drawingml/2006/main">
              <a:ext uri="{FF2B5EF4-FFF2-40B4-BE49-F238E27FC236}">
                <a16:creationId xmlns:a16="http://schemas.microsoft.com/office/drawing/2014/main" id="{27A6CC30-A7E4-4578-B07D-9673A1F7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EDGE-01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143000" y="1571625"/>
          <a:ext xmlns:a="http://schemas.openxmlformats.org/drawingml/2006/main" cx="9906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73d7b570f14184"/>
          </a:graphicData>
        </a:graphic>
      </p:graphicFrame>
    </p:spTree>
    <p:extLst>
      <p:ext uri="{BB962C8B-B14F-4D97-AF65-F5344CB8AC3E}">
        <p14:creationId xmlns:p14="http://schemas.microsoft.com/office/powerpoint/2010/main" val="1603862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FED4DA9-444E-4CA4-9BAB-94868C5B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Line + doughnut charts — expected fallback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EDGE-02-label">
            <a:extLst xmlns:a="http://schemas.openxmlformats.org/drawingml/2006/main">
              <a:ext uri="{FF2B5EF4-FFF2-40B4-BE49-F238E27FC236}">
                <a16:creationId xmlns:a16="http://schemas.microsoft.com/office/drawing/2014/main" id="{3FA67026-53A3-4568-ABE4-7DB4DF92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EDGE-02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676275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3be7c3032c419d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905750" y="1714500"/>
          <a:ext xmlns:a="http://schemas.openxmlformats.org/drawingml/2006/main" cx="3333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38e08daa5d4f37"/>
          </a:graphicData>
        </a:graphic>
      </p:graphicFrame>
    </p:spTree>
    <p:extLst>
      <p:ext uri="{BB962C8B-B14F-4D97-AF65-F5344CB8AC3E}">
        <p14:creationId xmlns:p14="http://schemas.microsoft.com/office/powerpoint/2010/main" val="1741237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FED4DA9-444E-4CA4-9BAB-94868C5B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Effects, outlines, and advanced paint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EDGE-03-label">
            <a:extLst xmlns:a="http://schemas.openxmlformats.org/drawingml/2006/main">
              <a:ext uri="{FF2B5EF4-FFF2-40B4-BE49-F238E27FC236}">
                <a16:creationId xmlns:a16="http://schemas.microsoft.com/office/drawing/2014/main" id="{2B7B2D23-E94E-4178-9E00-DCC0713B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EDGE-03</a:t>
            </a:r>
          </a:p>
        </p:txBody>
      </p:sp>
      <p:sp>
        <p:nvSpPr>
          <p:cNvPr id="4" name="effect-shadow-sm">
            <a:extLst xmlns:a="http://schemas.openxmlformats.org/drawingml/2006/main">
              <a:ext uri="{FF2B5EF4-FFF2-40B4-BE49-F238E27FC236}">
                <a16:creationId xmlns:a16="http://schemas.microsoft.com/office/drawing/2014/main" id="{C3D4053E-37A0-42FE-ADD6-51995CB7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6192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46BCE"/>
          </a:solidFill>
          <a:ln xmlns:a="http://schemas.openxmlformats.org/drawingml/2006/main" w="28575">
            <a:solidFill>
              <a:srgbClr val="1024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shadow-sm</a:t>
            </a:r>
          </a:p>
        </p:txBody>
      </p:sp>
      <p:sp>
        <p:nvSpPr>
          <p:cNvPr id="5" name="effect-shadow-md">
            <a:extLst xmlns:a="http://schemas.openxmlformats.org/drawingml/2006/main">
              <a:ext uri="{FF2B5EF4-FFF2-40B4-BE49-F238E27FC236}">
                <a16:creationId xmlns:a16="http://schemas.microsoft.com/office/drawing/2014/main" id="{C95770D0-A170-4BBD-8CEE-4ADB11F7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619250"/>
            <a:ext cx="26670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3C"/>
          </a:solidFill>
          <a:ln xmlns:a="http://schemas.openxmlformats.org/drawingml/2006/main" w="28575">
            <a:solidFill>
              <a:srgbClr val="1024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shadow-md</a:t>
            </a:r>
          </a:p>
        </p:txBody>
      </p:sp>
      <p:sp>
        <p:nvSpPr>
          <p:cNvPr id="6" name="effect-shadow-xl">
            <a:extLst xmlns:a="http://schemas.openxmlformats.org/drawingml/2006/main">
              <a:ext uri="{FF2B5EF4-FFF2-40B4-BE49-F238E27FC236}">
                <a16:creationId xmlns:a16="http://schemas.microsoft.com/office/drawing/2014/main" id="{7053C854-26F9-4684-94B3-BE79420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8382000" y="1619250"/>
            <a:ext cx="266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9E68"/>
          </a:solidFill>
          <a:ln xmlns:a="http://schemas.openxmlformats.org/drawingml/2006/main" w="28575">
            <a:solidFill>
              <a:srgbClr val="1024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shadow-xl</a:t>
            </a:r>
          </a:p>
        </p:txBody>
      </p:sp>
      <p:sp>
        <p:nvSpPr>
          <p:cNvPr id="7" name="outlined-text">
            <a:extLst xmlns:a="http://schemas.openxmlformats.org/drawingml/2006/main">
              <a:ext uri="{FF2B5EF4-FFF2-40B4-BE49-F238E27FC236}">
                <a16:creationId xmlns:a16="http://schemas.microsoft.com/office/drawing/2014/main" id="{3E1184DB-1702-40DA-BE00-EC2040B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57150" rIns="76200" bIns="571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ln w="19050">
                  <a:solidFill>
                    <a:srgbClr val="10243E"/>
                  </a:solidFill>
                  <a:prstDash val="solid"/>
                </a:ln>
                <a:gradFill>
                  <a:gsLst>
                    <a:gs pos="0">
                      <a:srgbClr val="D64545"/>
                    </a:gs>
                    <a:gs pos="100000">
                      <a:srgbClr val="7656C9"/>
                    </a:gs>
                  </a:gsLst>
                  <a:lin ang="900000"/>
                </a:gradFill>
                <a:latin typeface="Arial"/>
                <a:ea typeface="Arial"/>
                <a:cs typeface="Arial"/>
              </a:rPr>
              <a:t>Outlined text</a:t>
            </a:r>
          </a:p>
        </p:txBody>
      </p:sp>
    </p:spTree>
    <p:extLst>
      <p:ext uri="{BB962C8B-B14F-4D97-AF65-F5344CB8AC3E}">
        <p14:creationId xmlns:p14="http://schemas.microsoft.com/office/powerpoint/2010/main" val="1763200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FED4DA9-444E-4CA4-9BAB-94868C5B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Hyperlinks and action-like text runs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EDGE-04-label">
            <a:extLst xmlns:a="http://schemas.openxmlformats.org/drawingml/2006/main">
              <a:ext uri="{FF2B5EF4-FFF2-40B4-BE49-F238E27FC236}">
                <a16:creationId xmlns:a16="http://schemas.microsoft.com/office/drawing/2014/main" id="{BC31D201-A312-4EB5-8D64-265B86F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EDGE-04</a:t>
            </a:r>
          </a:p>
        </p:txBody>
      </p:sp>
      <p:sp>
        <p:nvSpPr>
          <p:cNvPr id="4" name="hyperlink-runs">
            <a:extLst xmlns:a="http://schemas.openxmlformats.org/drawingml/2006/main">
              <a:ext uri="{FF2B5EF4-FFF2-40B4-BE49-F238E27FC236}">
                <a16:creationId xmlns:a16="http://schemas.microsoft.com/office/drawing/2014/main" id="{6AF62FD7-C4E0-463C-B446-D78207E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19050">
            <a:solidFill>
              <a:srgbClr val="C7D0DD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142033"/>
                </a:solidFill>
                <a:latin typeface="Arial"/>
                <a:ea typeface="Arial"/>
                <a:cs typeface="Arial"/>
              </a:rPr>
              <a:t>Plain text before </a:t>
            </a:r>
            <a:r>
              <a:rPr sz="2800" u="sng">
                <a:solidFill>
                  <a:schemeClr val="hlink"/>
                </a:solidFill>
                <a:latin typeface="Arial"/>
                <a:ea typeface="Arial"/>
                <a:cs typeface="Arial"/>
                <a:hlinkClick xmlns:r="http://schemas.openxmlformats.org/officeDocument/2006/relationships" r:id="R09a5c70f65a84d08"/>
              </a:rPr>
              <a:t>external hyperlink</a:t>
            </a:r>
          </a:p>
          <a:p xmlns:a="http://schemas.openxmlformats.org/drawingml/2006/main">
            <a:pPr algn="ctr">
              <a:defRPr sz="25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80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Visited-theme color sample</a:t>
            </a:r>
          </a:p>
        </p:txBody>
      </p:sp>
      <p:sp>
        <p:nvSpPr>
          <p:cNvPr id="5" name="plain-control">
            <a:extLst xmlns:a="http://schemas.openxmlformats.org/drawingml/2006/main">
              <a:ext uri="{FF2B5EF4-FFF2-40B4-BE49-F238E27FC236}">
                <a16:creationId xmlns:a16="http://schemas.microsoft.com/office/drawing/2014/main" id="{A95452A7-3EBF-46F7-80D5-064E658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BCE"/>
            </a:solidFill>
            <a:prstDash val="dash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42033"/>
                </a:solidFill>
                <a:latin typeface="Arial"/>
                <a:ea typeface="Arial"/>
                <a:cs typeface="Arial"/>
              </a:rPr>
              <a:t>Control: no link metadata</a:t>
            </a:r>
          </a:p>
        </p:txBody>
      </p:sp>
    </p:spTree>
    <p:extLst>
      <p:ext uri="{BB962C8B-B14F-4D97-AF65-F5344CB8AC3E}">
        <p14:creationId xmlns:p14="http://schemas.microsoft.com/office/powerpoint/2010/main" val="1248458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FED4DA9-444E-4CA4-9BAB-94868C5B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Unsupported and approximated preset shapes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DF2866B-14BA-4AA4-AECC-21CE9F1B1E7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chemeClr val="tx1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EDGE-05-label">
            <a:extLst xmlns:a="http://schemas.openxmlformats.org/drawingml/2006/main">
              <a:ext uri="{FF2B5EF4-FFF2-40B4-BE49-F238E27FC236}">
                <a16:creationId xmlns:a16="http://schemas.microsoft.com/office/drawing/2014/main" id="{08BE3F7C-C975-4727-B1F4-B1F30438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19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57386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57386"/>
                </a:solidFill>
                <a:latin typeface="Arial"/>
                <a:ea typeface="Arial"/>
                <a:cs typeface="Arial"/>
              </a:rPr>
              <a:t>EDGE-05</a:t>
            </a:r>
          </a:p>
        </p:txBody>
      </p:sp>
      <p:sp>
        <p:nvSpPr>
          <p:cNvPr id="4" name="edge-preset-cloud">
            <a:extLst xmlns:a="http://schemas.openxmlformats.org/drawingml/2006/main">
              <a:ext uri="{FF2B5EF4-FFF2-40B4-BE49-F238E27FC236}">
                <a16:creationId xmlns:a16="http://schemas.microsoft.com/office/drawing/2014/main" id="{98B0F93F-9B30-4219-B376-89CC1E6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952625" cy="1095375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5" name="caption-cloud">
            <a:extLst xmlns:a="http://schemas.openxmlformats.org/drawingml/2006/main">
              <a:ext uri="{FF2B5EF4-FFF2-40B4-BE49-F238E27FC236}">
                <a16:creationId xmlns:a16="http://schemas.microsoft.com/office/drawing/2014/main" id="{73778CA6-27DB-451A-ADB6-A8F0689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6" name="edge-preset-sun">
            <a:extLst xmlns:a="http://schemas.openxmlformats.org/drawingml/2006/main">
              <a:ext uri="{FF2B5EF4-FFF2-40B4-BE49-F238E27FC236}">
                <a16:creationId xmlns:a16="http://schemas.microsoft.com/office/drawing/2014/main" id="{CD39BF9A-76F8-4179-8C7F-2D79D1C9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143000"/>
            <a:ext cx="1952625" cy="1095375"/>
          </a:xfrm>
          <a:prstGeom xmlns:a="http://schemas.openxmlformats.org/drawingml/2006/main" prst="sun">
            <a:avLst/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7" name="caption-sun">
            <a:extLst xmlns:a="http://schemas.openxmlformats.org/drawingml/2006/main">
              <a:ext uri="{FF2B5EF4-FFF2-40B4-BE49-F238E27FC236}">
                <a16:creationId xmlns:a16="http://schemas.microsoft.com/office/drawing/2014/main" id="{BD769D5B-82A5-4E2A-B069-AED9F717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sun</a:t>
            </a:r>
          </a:p>
        </p:txBody>
      </p:sp>
      <p:sp>
        <p:nvSpPr>
          <p:cNvPr id="8" name="edge-preset-moon">
            <a:extLst xmlns:a="http://schemas.openxmlformats.org/drawingml/2006/main">
              <a:ext uri="{FF2B5EF4-FFF2-40B4-BE49-F238E27FC236}">
                <a16:creationId xmlns:a16="http://schemas.microsoft.com/office/drawing/2014/main" id="{5F09C29A-32A2-4636-96B5-8CED6CA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1952625" cy="1095375"/>
          </a:xfrm>
          <a:prstGeom xmlns:a="http://schemas.openxmlformats.org/drawingml/2006/main" prst="moon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9" name="caption-moon">
            <a:extLst xmlns:a="http://schemas.openxmlformats.org/drawingml/2006/main">
              <a:ext uri="{FF2B5EF4-FFF2-40B4-BE49-F238E27FC236}">
                <a16:creationId xmlns:a16="http://schemas.microsoft.com/office/drawing/2014/main" id="{7179C88B-8AA6-4749-8834-0BCB251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moon</a:t>
            </a:r>
          </a:p>
        </p:txBody>
      </p:sp>
      <p:sp>
        <p:nvSpPr>
          <p:cNvPr id="10" name="edge-preset-smileyFace">
            <a:extLst xmlns:a="http://schemas.openxmlformats.org/drawingml/2006/main">
              <a:ext uri="{FF2B5EF4-FFF2-40B4-BE49-F238E27FC236}">
                <a16:creationId xmlns:a16="http://schemas.microsoft.com/office/drawing/2014/main" id="{5D2DDF9B-8681-46A4-A3F7-0180CC3F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43000"/>
            <a:ext cx="1952625" cy="1095375"/>
          </a:xfrm>
          <a:prstGeom xmlns:a="http://schemas.openxmlformats.org/drawingml/2006/main" prst="smileyFace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1" name="caption-smileyFace">
            <a:extLst xmlns:a="http://schemas.openxmlformats.org/drawingml/2006/main">
              <a:ext uri="{FF2B5EF4-FFF2-40B4-BE49-F238E27FC236}">
                <a16:creationId xmlns:a16="http://schemas.microsoft.com/office/drawing/2014/main" id="{BA045CF3-C0D0-489A-86B8-D185AF9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smileyFace</a:t>
            </a:r>
          </a:p>
        </p:txBody>
      </p:sp>
      <p:sp>
        <p:nvSpPr>
          <p:cNvPr id="12" name="edge-preset-curvedDownArrow">
            <a:extLst xmlns:a="http://schemas.openxmlformats.org/drawingml/2006/main">
              <a:ext uri="{FF2B5EF4-FFF2-40B4-BE49-F238E27FC236}">
                <a16:creationId xmlns:a16="http://schemas.microsoft.com/office/drawing/2014/main" id="{93CB86B6-FA50-4356-AF35-038B2446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952625" cy="1095375"/>
          </a:xfrm>
          <a:prstGeom xmlns:a="http://schemas.openxmlformats.org/drawingml/2006/main" prst="curvedDownArrow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3" name="caption-curvedDownArrow">
            <a:extLst xmlns:a="http://schemas.openxmlformats.org/drawingml/2006/main">
              <a:ext uri="{FF2B5EF4-FFF2-40B4-BE49-F238E27FC236}">
                <a16:creationId xmlns:a16="http://schemas.microsoft.com/office/drawing/2014/main" id="{FD2CC9F6-CDF2-4577-B1CA-A2B2F00C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curvedDownArrow</a:t>
            </a:r>
          </a:p>
        </p:txBody>
      </p:sp>
      <p:sp>
        <p:nvSpPr>
          <p:cNvPr id="14" name="edge-preset-leftCircularArrow">
            <a:extLst xmlns:a="http://schemas.openxmlformats.org/drawingml/2006/main">
              <a:ext uri="{FF2B5EF4-FFF2-40B4-BE49-F238E27FC236}">
                <a16:creationId xmlns:a16="http://schemas.microsoft.com/office/drawing/2014/main" id="{CFE3B159-3FA4-45C7-8038-CD89D27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1952625" cy="1095375"/>
          </a:xfrm>
          <a:prstGeom xmlns:a="http://schemas.openxmlformats.org/drawingml/2006/main" prst="leftCircularArrow">
            <a:avLst/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5" name="caption-leftCircularArrow">
            <a:extLst xmlns:a="http://schemas.openxmlformats.org/drawingml/2006/main">
              <a:ext uri="{FF2B5EF4-FFF2-40B4-BE49-F238E27FC236}">
                <a16:creationId xmlns:a16="http://schemas.microsoft.com/office/drawing/2014/main" id="{AFEE6E9F-FFF8-458F-B596-8414C0A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leftCircularArrow</a:t>
            </a:r>
          </a:p>
        </p:txBody>
      </p:sp>
      <p:sp>
        <p:nvSpPr>
          <p:cNvPr id="16" name="edge-preset-wedgeRoundRectCallout">
            <a:extLst xmlns:a="http://schemas.openxmlformats.org/drawingml/2006/main">
              <a:ext uri="{FF2B5EF4-FFF2-40B4-BE49-F238E27FC236}">
                <a16:creationId xmlns:a16="http://schemas.microsoft.com/office/drawing/2014/main" id="{3B316A44-01E5-4406-8856-3EE0473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1952625" cy="1095375"/>
          </a:xfrm>
          <a:prstGeom xmlns:a="http://schemas.openxmlformats.org/drawingml/2006/main" prst="wedgeRoundRectCallout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7" name="caption-wedgeRoundRectCallout">
            <a:extLst xmlns:a="http://schemas.openxmlformats.org/drawingml/2006/main">
              <a:ext uri="{FF2B5EF4-FFF2-40B4-BE49-F238E27FC236}">
                <a16:creationId xmlns:a16="http://schemas.microsoft.com/office/drawing/2014/main" id="{B180DFC8-52EA-4468-97E3-37955BC4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wedgeRoundRectCallout</a:t>
            </a:r>
          </a:p>
        </p:txBody>
      </p:sp>
      <p:sp>
        <p:nvSpPr>
          <p:cNvPr id="18" name="edge-preset-cloudCallout">
            <a:extLst xmlns:a="http://schemas.openxmlformats.org/drawingml/2006/main">
              <a:ext uri="{FF2B5EF4-FFF2-40B4-BE49-F238E27FC236}">
                <a16:creationId xmlns:a16="http://schemas.microsoft.com/office/drawing/2014/main" id="{B0EB21EE-BC00-4867-9802-4F55FBCA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952625" cy="1095375"/>
          </a:xfrm>
          <a:prstGeom xmlns:a="http://schemas.openxmlformats.org/drawingml/2006/main" prst="cloudCallout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19" name="caption-cloudCallout">
            <a:extLst xmlns:a="http://schemas.openxmlformats.org/drawingml/2006/main">
              <a:ext uri="{FF2B5EF4-FFF2-40B4-BE49-F238E27FC236}">
                <a16:creationId xmlns:a16="http://schemas.microsoft.com/office/drawing/2014/main" id="{EFD2BE69-85B2-4C2B-8E76-07C46D7A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cloudCallout</a:t>
            </a:r>
          </a:p>
        </p:txBody>
      </p:sp>
      <p:sp>
        <p:nvSpPr>
          <p:cNvPr id="20" name="edge-preset-ribbon">
            <a:extLst xmlns:a="http://schemas.openxmlformats.org/drawingml/2006/main">
              <a:ext uri="{FF2B5EF4-FFF2-40B4-BE49-F238E27FC236}">
                <a16:creationId xmlns:a16="http://schemas.microsoft.com/office/drawing/2014/main" id="{125DD00C-0B8E-44C1-9FC9-362A0AD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952625" cy="1095375"/>
          </a:xfrm>
          <a:prstGeom xmlns:a="http://schemas.openxmlformats.org/drawingml/2006/main" prst="ribbon">
            <a:avLst/>
          </a:prstGeom>
          <a:solidFill xmlns:a="http://schemas.openxmlformats.org/drawingml/2006/main">
            <a:srgbClr val="246BCE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1" name="caption-ribbon">
            <a:extLst xmlns:a="http://schemas.openxmlformats.org/drawingml/2006/main">
              <a:ext uri="{FF2B5EF4-FFF2-40B4-BE49-F238E27FC236}">
                <a16:creationId xmlns:a16="http://schemas.microsoft.com/office/drawing/2014/main" id="{B0BDFD22-AEEA-42AA-90ED-04EBBC6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ribbon</a:t>
            </a:r>
          </a:p>
        </p:txBody>
      </p:sp>
      <p:sp>
        <p:nvSpPr>
          <p:cNvPr id="22" name="edge-preset-irregularSeal1">
            <a:extLst xmlns:a="http://schemas.openxmlformats.org/drawingml/2006/main">
              <a:ext uri="{FF2B5EF4-FFF2-40B4-BE49-F238E27FC236}">
                <a16:creationId xmlns:a16="http://schemas.microsoft.com/office/drawing/2014/main" id="{694865F0-9A6F-4083-9927-1DA494EB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952625" cy="1095375"/>
          </a:xfrm>
          <a:prstGeom xmlns:a="http://schemas.openxmlformats.org/drawingml/2006/main" prst="irregularSeal1">
            <a:avLst/>
          </a:prstGeom>
          <a:solidFill xmlns:a="http://schemas.openxmlformats.org/drawingml/2006/main">
            <a:srgbClr val="E76F3C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3" name="caption-irregularSeal1">
            <a:extLst xmlns:a="http://schemas.openxmlformats.org/drawingml/2006/main">
              <a:ext uri="{FF2B5EF4-FFF2-40B4-BE49-F238E27FC236}">
                <a16:creationId xmlns:a16="http://schemas.microsoft.com/office/drawing/2014/main" id="{0BE09A92-69E0-4674-9C9A-2D860B44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3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irregularSeal1</a:t>
            </a:r>
          </a:p>
        </p:txBody>
      </p:sp>
      <p:sp>
        <p:nvSpPr>
          <p:cNvPr id="24" name="edge-preset-flowChartMagneticDisk">
            <a:extLst xmlns:a="http://schemas.openxmlformats.org/drawingml/2006/main">
              <a:ext uri="{FF2B5EF4-FFF2-40B4-BE49-F238E27FC236}">
                <a16:creationId xmlns:a16="http://schemas.microsoft.com/office/drawing/2014/main" id="{51A13DCF-CA82-4F30-A2C2-CA3A934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1952625" cy="1095375"/>
          </a:xfrm>
          <a:prstGeom xmlns:a="http://schemas.openxmlformats.org/drawingml/2006/main" prst="flowChartMagneticDisk">
            <a:avLst/>
          </a:prstGeom>
          <a:solidFill xmlns:a="http://schemas.openxmlformats.org/drawingml/2006/main">
            <a:srgbClr val="1E9E68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5" name="caption-flowChartMagneticDisk">
            <a:extLst xmlns:a="http://schemas.openxmlformats.org/drawingml/2006/main">
              <a:ext uri="{FF2B5EF4-FFF2-40B4-BE49-F238E27FC236}">
                <a16:creationId xmlns:a16="http://schemas.microsoft.com/office/drawing/2014/main" id="{12C4F401-B5D8-4DB8-ACEF-AEB32C4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3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flowChartMagneticDisk</a:t>
            </a:r>
          </a:p>
        </p:txBody>
      </p:sp>
      <p:sp>
        <p:nvSpPr>
          <p:cNvPr id="26" name="edge-preset-actionButtonHome">
            <a:extLst xmlns:a="http://schemas.openxmlformats.org/drawingml/2006/main">
              <a:ext uri="{FF2B5EF4-FFF2-40B4-BE49-F238E27FC236}">
                <a16:creationId xmlns:a16="http://schemas.microsoft.com/office/drawing/2014/main" id="{4EE53452-7580-44C3-B655-42C74C4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952625" cy="1095375"/>
          </a:xfrm>
          <a:prstGeom xmlns:a="http://schemas.openxmlformats.org/drawingml/2006/main" prst="actionButtonHome">
            <a:avLst/>
          </a:prstGeom>
          <a:solidFill xmlns:a="http://schemas.openxmlformats.org/drawingml/2006/main">
            <a:srgbClr val="7656C9">
              <a:alpha val="80000"/>
            </a:srgbClr>
          </a:solidFill>
          <a:ln xmlns:a="http://schemas.openxmlformats.org/drawingml/2006/main" w="19050">
            <a:solidFill>
              <a:srgbClr val="10243E"/>
            </a:solidFill>
            <a:prstDash val="solid"/>
          </a:ln>
        </p:spPr>
      </p:sp>
      <p:sp>
        <p:nvSpPr>
          <p:cNvPr id="27" name="caption-actionButtonHome">
            <a:extLst xmlns:a="http://schemas.openxmlformats.org/drawingml/2006/main">
              <a:ext uri="{FF2B5EF4-FFF2-40B4-BE49-F238E27FC236}">
                <a16:creationId xmlns:a16="http://schemas.microsoft.com/office/drawing/2014/main" id="{A6851E28-C0BE-4EC0-A3F7-56D460ED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3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68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87A"/>
                </a:solidFill>
                <a:latin typeface="Arial"/>
                <a:ea typeface="Arial"/>
                <a:cs typeface="Arial"/>
              </a:rPr>
              <a:t>actionButtonHome</a:t>
            </a:r>
          </a:p>
        </p:txBody>
      </p:sp>
    </p:spTree>
    <p:extLst>
      <p:ext uri="{BB962C8B-B14F-4D97-AF65-F5344CB8AC3E}">
        <p14:creationId xmlns:p14="http://schemas.microsoft.com/office/powerpoint/2010/main" val="1381394145"/>
      </p:ext>
    </p:extLst>
  </p:cSld>
</p:sld>
</file>

<file path=ppt/theme/theme1.xml><?xml version="1.0" encoding="utf-8"?>
<a:theme xmlns:a="http://schemas.openxmlformats.org/drawingml/2006/main" name="ChatGPT">
  <a:themeElements>
    <a:clrScheme name="PPTX Import Boundaries">
      <a:dk1>
        <a:srgbClr val="000000"/>
      </a:dk1>
      <a:lt1>
        <a:srgbClr val="FFFFFF"/>
      </a:lt1>
      <a:dk2>
        <a:srgbClr val="10243E"/>
      </a:dk2>
      <a:lt2>
        <a:srgbClr val="E7ECF2"/>
      </a:lt2>
      <a:accent1>
        <a:srgbClr val="246BCE"/>
      </a:accent1>
      <a:accent2>
        <a:srgbClr val="E76F3C"/>
      </a:accent2>
      <a:accent3>
        <a:srgbClr val="1E9E68"/>
      </a:accent3>
      <a:accent4>
        <a:srgbClr val="7656C9"/>
      </a:accent4>
      <a:accent5>
        <a:srgbClr val="27B9D6"/>
      </a:accent5>
      <a:accent6>
        <a:srgbClr val="E6A11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PTX Import Boundarie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2026-09-12T20:54:45.1800000Z</dcterms:created>
  <dcterms:modified xsi:type="dcterms:W3CDTF">2026-09-12T20:54:45.1800000Z</dcterms:modified>
</coreProperties>
</file>